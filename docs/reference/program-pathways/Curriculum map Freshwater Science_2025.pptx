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
  </p:notesMasterIdLst>
  <p:sldIdLst>
    <p:sldId id="256" r:id="rId2"/>
  </p:sldIdLst>
  <p:sldSz cx="20116800" cy="31089600"/>
  <p:notesSz cx="7010400" cy="9296400"/>
  <p:defaultTextStyle>
    <a:defPPr>
      <a:defRPr lang="en-US"/>
    </a:defPPr>
    <a:lvl1pPr marL="0" algn="l" defTabSz="2196338" rtl="0" eaLnBrk="1" latinLnBrk="0" hangingPunct="1">
      <a:defRPr sz="4323" kern="1200">
        <a:solidFill>
          <a:schemeClr val="tx1"/>
        </a:solidFill>
        <a:latin typeface="+mn-lt"/>
        <a:ea typeface="+mn-ea"/>
        <a:cs typeface="+mn-cs"/>
      </a:defRPr>
    </a:lvl1pPr>
    <a:lvl2pPr marL="1098168" algn="l" defTabSz="2196338" rtl="0" eaLnBrk="1" latinLnBrk="0" hangingPunct="1">
      <a:defRPr sz="4323" kern="1200">
        <a:solidFill>
          <a:schemeClr val="tx1"/>
        </a:solidFill>
        <a:latin typeface="+mn-lt"/>
        <a:ea typeface="+mn-ea"/>
        <a:cs typeface="+mn-cs"/>
      </a:defRPr>
    </a:lvl2pPr>
    <a:lvl3pPr marL="2196338" algn="l" defTabSz="2196338" rtl="0" eaLnBrk="1" latinLnBrk="0" hangingPunct="1">
      <a:defRPr sz="4323" kern="1200">
        <a:solidFill>
          <a:schemeClr val="tx1"/>
        </a:solidFill>
        <a:latin typeface="+mn-lt"/>
        <a:ea typeface="+mn-ea"/>
        <a:cs typeface="+mn-cs"/>
      </a:defRPr>
    </a:lvl3pPr>
    <a:lvl4pPr marL="3294506" algn="l" defTabSz="2196338" rtl="0" eaLnBrk="1" latinLnBrk="0" hangingPunct="1">
      <a:defRPr sz="4323" kern="1200">
        <a:solidFill>
          <a:schemeClr val="tx1"/>
        </a:solidFill>
        <a:latin typeface="+mn-lt"/>
        <a:ea typeface="+mn-ea"/>
        <a:cs typeface="+mn-cs"/>
      </a:defRPr>
    </a:lvl4pPr>
    <a:lvl5pPr marL="4392675" algn="l" defTabSz="2196338" rtl="0" eaLnBrk="1" latinLnBrk="0" hangingPunct="1">
      <a:defRPr sz="4323" kern="1200">
        <a:solidFill>
          <a:schemeClr val="tx1"/>
        </a:solidFill>
        <a:latin typeface="+mn-lt"/>
        <a:ea typeface="+mn-ea"/>
        <a:cs typeface="+mn-cs"/>
      </a:defRPr>
    </a:lvl5pPr>
    <a:lvl6pPr marL="5490845" algn="l" defTabSz="2196338" rtl="0" eaLnBrk="1" latinLnBrk="0" hangingPunct="1">
      <a:defRPr sz="4323" kern="1200">
        <a:solidFill>
          <a:schemeClr val="tx1"/>
        </a:solidFill>
        <a:latin typeface="+mn-lt"/>
        <a:ea typeface="+mn-ea"/>
        <a:cs typeface="+mn-cs"/>
      </a:defRPr>
    </a:lvl6pPr>
    <a:lvl7pPr marL="6589013" algn="l" defTabSz="2196338" rtl="0" eaLnBrk="1" latinLnBrk="0" hangingPunct="1">
      <a:defRPr sz="4323" kern="1200">
        <a:solidFill>
          <a:schemeClr val="tx1"/>
        </a:solidFill>
        <a:latin typeface="+mn-lt"/>
        <a:ea typeface="+mn-ea"/>
        <a:cs typeface="+mn-cs"/>
      </a:defRPr>
    </a:lvl7pPr>
    <a:lvl8pPr marL="7687181" algn="l" defTabSz="2196338" rtl="0" eaLnBrk="1" latinLnBrk="0" hangingPunct="1">
      <a:defRPr sz="4323" kern="1200">
        <a:solidFill>
          <a:schemeClr val="tx1"/>
        </a:solidFill>
        <a:latin typeface="+mn-lt"/>
        <a:ea typeface="+mn-ea"/>
        <a:cs typeface="+mn-cs"/>
      </a:defRPr>
    </a:lvl8pPr>
    <a:lvl9pPr marL="8785350" algn="l" defTabSz="2196338" rtl="0" eaLnBrk="1" latinLnBrk="0" hangingPunct="1">
      <a:defRPr sz="4323"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FF3F3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6" d="100"/>
          <a:sy n="16" d="100"/>
        </p:scale>
        <p:origin x="2192"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lson Jatel" userId="ecb257fc-31e3-4aeb-9a47-1c0b00e1f53d" providerId="ADAL" clId="{47F8C43B-1FBF-4776-A505-5CBF218E79DA}"/>
    <pc:docChg chg="undo custSel modSld modNotesMaster">
      <pc:chgData name="Nelson Jatel" userId="ecb257fc-31e3-4aeb-9a47-1c0b00e1f53d" providerId="ADAL" clId="{47F8C43B-1FBF-4776-A505-5CBF218E79DA}" dt="2025-09-10T00:12:01.568" v="996" actId="14100"/>
      <pc:docMkLst>
        <pc:docMk/>
      </pc:docMkLst>
      <pc:sldChg chg="addSp delSp modSp mod">
        <pc:chgData name="Nelson Jatel" userId="ecb257fc-31e3-4aeb-9a47-1c0b00e1f53d" providerId="ADAL" clId="{47F8C43B-1FBF-4776-A505-5CBF218E79DA}" dt="2025-09-10T00:12:01.568" v="996" actId="14100"/>
        <pc:sldMkLst>
          <pc:docMk/>
          <pc:sldMk cId="1313634828" sldId="256"/>
        </pc:sldMkLst>
        <pc:spChg chg="add mod">
          <ac:chgData name="Nelson Jatel" userId="ecb257fc-31e3-4aeb-9a47-1c0b00e1f53d" providerId="ADAL" clId="{47F8C43B-1FBF-4776-A505-5CBF218E79DA}" dt="2025-09-09T23:41:18.158" v="598" actId="1076"/>
          <ac:spMkLst>
            <pc:docMk/>
            <pc:sldMk cId="1313634828" sldId="256"/>
            <ac:spMk id="2" creationId="{D306B7F6-A821-624F-BFF5-30E6F838923B}"/>
          </ac:spMkLst>
        </pc:spChg>
        <pc:spChg chg="add mod">
          <ac:chgData name="Nelson Jatel" userId="ecb257fc-31e3-4aeb-9a47-1c0b00e1f53d" providerId="ADAL" clId="{47F8C43B-1FBF-4776-A505-5CBF218E79DA}" dt="2025-09-09T23:41:22.619" v="599" actId="1076"/>
          <ac:spMkLst>
            <pc:docMk/>
            <pc:sldMk cId="1313634828" sldId="256"/>
            <ac:spMk id="3" creationId="{CDFD4243-C380-0224-BBA0-D1AF876CE040}"/>
          </ac:spMkLst>
        </pc:spChg>
        <pc:spChg chg="add mod">
          <ac:chgData name="Nelson Jatel" userId="ecb257fc-31e3-4aeb-9a47-1c0b00e1f53d" providerId="ADAL" clId="{47F8C43B-1FBF-4776-A505-5CBF218E79DA}" dt="2025-09-09T22:34:01.439" v="354" actId="1076"/>
          <ac:spMkLst>
            <pc:docMk/>
            <pc:sldMk cId="1313634828" sldId="256"/>
            <ac:spMk id="4" creationId="{5502A327-D112-5C67-DE62-2BA6E822A6AD}"/>
          </ac:spMkLst>
        </pc:spChg>
        <pc:spChg chg="add mod">
          <ac:chgData name="Nelson Jatel" userId="ecb257fc-31e3-4aeb-9a47-1c0b00e1f53d" providerId="ADAL" clId="{47F8C43B-1FBF-4776-A505-5CBF218E79DA}" dt="2025-09-09T22:22:42.846" v="208" actId="1076"/>
          <ac:spMkLst>
            <pc:docMk/>
            <pc:sldMk cId="1313634828" sldId="256"/>
            <ac:spMk id="5" creationId="{89555F88-93AD-8AF9-CCD0-B062738A882F}"/>
          </ac:spMkLst>
        </pc:spChg>
        <pc:spChg chg="mod">
          <ac:chgData name="Nelson Jatel" userId="ecb257fc-31e3-4aeb-9a47-1c0b00e1f53d" providerId="ADAL" clId="{47F8C43B-1FBF-4776-A505-5CBF218E79DA}" dt="2025-09-10T00:06:05.839" v="915" actId="1076"/>
          <ac:spMkLst>
            <pc:docMk/>
            <pc:sldMk cId="1313634828" sldId="256"/>
            <ac:spMk id="13" creationId="{00000000-0000-0000-0000-000000000000}"/>
          </ac:spMkLst>
        </pc:spChg>
        <pc:spChg chg="mod">
          <ac:chgData name="Nelson Jatel" userId="ecb257fc-31e3-4aeb-9a47-1c0b00e1f53d" providerId="ADAL" clId="{47F8C43B-1FBF-4776-A505-5CBF218E79DA}" dt="2025-09-10T00:06:11.092" v="916" actId="1076"/>
          <ac:spMkLst>
            <pc:docMk/>
            <pc:sldMk cId="1313634828" sldId="256"/>
            <ac:spMk id="14" creationId="{00000000-0000-0000-0000-000000000000}"/>
          </ac:spMkLst>
        </pc:spChg>
        <pc:spChg chg="add mod">
          <ac:chgData name="Nelson Jatel" userId="ecb257fc-31e3-4aeb-9a47-1c0b00e1f53d" providerId="ADAL" clId="{47F8C43B-1FBF-4776-A505-5CBF218E79DA}" dt="2025-09-09T23:41:15.301" v="597" actId="1076"/>
          <ac:spMkLst>
            <pc:docMk/>
            <pc:sldMk cId="1313634828" sldId="256"/>
            <ac:spMk id="22" creationId="{27281DFD-3993-88D9-35DA-46FD35982EBF}"/>
          </ac:spMkLst>
        </pc:spChg>
        <pc:spChg chg="add mod">
          <ac:chgData name="Nelson Jatel" userId="ecb257fc-31e3-4aeb-9a47-1c0b00e1f53d" providerId="ADAL" clId="{47F8C43B-1FBF-4776-A505-5CBF218E79DA}" dt="2025-09-09T23:40:57.349" v="593" actId="1076"/>
          <ac:spMkLst>
            <pc:docMk/>
            <pc:sldMk cId="1313634828" sldId="256"/>
            <ac:spMk id="23" creationId="{366596F0-E5AA-46E1-7D0A-F8E91C56F2E2}"/>
          </ac:spMkLst>
        </pc:spChg>
        <pc:spChg chg="add mod">
          <ac:chgData name="Nelson Jatel" userId="ecb257fc-31e3-4aeb-9a47-1c0b00e1f53d" providerId="ADAL" clId="{47F8C43B-1FBF-4776-A505-5CBF218E79DA}" dt="2025-09-09T23:41:00.950" v="594" actId="1076"/>
          <ac:spMkLst>
            <pc:docMk/>
            <pc:sldMk cId="1313634828" sldId="256"/>
            <ac:spMk id="24" creationId="{61506AAF-D2DB-6039-A86A-994E80818123}"/>
          </ac:spMkLst>
        </pc:spChg>
        <pc:spChg chg="add mod">
          <ac:chgData name="Nelson Jatel" userId="ecb257fc-31e3-4aeb-9a47-1c0b00e1f53d" providerId="ADAL" clId="{47F8C43B-1FBF-4776-A505-5CBF218E79DA}" dt="2025-09-09T23:42:36.137" v="614" actId="1076"/>
          <ac:spMkLst>
            <pc:docMk/>
            <pc:sldMk cId="1313634828" sldId="256"/>
            <ac:spMk id="29" creationId="{7004B770-01DB-B23A-F98F-F53A073AD739}"/>
          </ac:spMkLst>
        </pc:spChg>
        <pc:spChg chg="add mod">
          <ac:chgData name="Nelson Jatel" userId="ecb257fc-31e3-4aeb-9a47-1c0b00e1f53d" providerId="ADAL" clId="{47F8C43B-1FBF-4776-A505-5CBF218E79DA}" dt="2025-09-09T23:40:53.759" v="592" actId="1076"/>
          <ac:spMkLst>
            <pc:docMk/>
            <pc:sldMk cId="1313634828" sldId="256"/>
            <ac:spMk id="35" creationId="{6D0751FC-4197-2259-0DEF-BF455A028B07}"/>
          </ac:spMkLst>
        </pc:spChg>
        <pc:spChg chg="add mod">
          <ac:chgData name="Nelson Jatel" userId="ecb257fc-31e3-4aeb-9a47-1c0b00e1f53d" providerId="ADAL" clId="{47F8C43B-1FBF-4776-A505-5CBF218E79DA}" dt="2025-09-09T23:41:56.673" v="606" actId="1076"/>
          <ac:spMkLst>
            <pc:docMk/>
            <pc:sldMk cId="1313634828" sldId="256"/>
            <ac:spMk id="43" creationId="{1175B991-E0AA-DBE6-E447-08B650AA99E0}"/>
          </ac:spMkLst>
        </pc:spChg>
        <pc:spChg chg="add mod">
          <ac:chgData name="Nelson Jatel" userId="ecb257fc-31e3-4aeb-9a47-1c0b00e1f53d" providerId="ADAL" clId="{47F8C43B-1FBF-4776-A505-5CBF218E79DA}" dt="2025-09-09T23:41:58.763" v="607" actId="1076"/>
          <ac:spMkLst>
            <pc:docMk/>
            <pc:sldMk cId="1313634828" sldId="256"/>
            <ac:spMk id="44" creationId="{22098501-74FE-58BA-8BB8-88842BDCC3B2}"/>
          </ac:spMkLst>
        </pc:spChg>
        <pc:spChg chg="add mod">
          <ac:chgData name="Nelson Jatel" userId="ecb257fc-31e3-4aeb-9a47-1c0b00e1f53d" providerId="ADAL" clId="{47F8C43B-1FBF-4776-A505-5CBF218E79DA}" dt="2025-09-09T23:40:21.925" v="586" actId="1076"/>
          <ac:spMkLst>
            <pc:docMk/>
            <pc:sldMk cId="1313634828" sldId="256"/>
            <ac:spMk id="45" creationId="{5E40153C-ADE2-8C02-9E0D-C3E7DFCD0331}"/>
          </ac:spMkLst>
        </pc:spChg>
        <pc:spChg chg="add mod">
          <ac:chgData name="Nelson Jatel" userId="ecb257fc-31e3-4aeb-9a47-1c0b00e1f53d" providerId="ADAL" clId="{47F8C43B-1FBF-4776-A505-5CBF218E79DA}" dt="2025-09-09T23:40:28.155" v="587" actId="1076"/>
          <ac:spMkLst>
            <pc:docMk/>
            <pc:sldMk cId="1313634828" sldId="256"/>
            <ac:spMk id="46" creationId="{11B6A322-A6EE-D71B-CC41-771F2F3E04EC}"/>
          </ac:spMkLst>
        </pc:spChg>
        <pc:spChg chg="add mod">
          <ac:chgData name="Nelson Jatel" userId="ecb257fc-31e3-4aeb-9a47-1c0b00e1f53d" providerId="ADAL" clId="{47F8C43B-1FBF-4776-A505-5CBF218E79DA}" dt="2025-09-09T23:42:02.037" v="608" actId="1076"/>
          <ac:spMkLst>
            <pc:docMk/>
            <pc:sldMk cId="1313634828" sldId="256"/>
            <ac:spMk id="47" creationId="{DC70F0B9-648B-FD6E-4C62-84A4429E81E7}"/>
          </ac:spMkLst>
        </pc:spChg>
        <pc:spChg chg="add mod">
          <ac:chgData name="Nelson Jatel" userId="ecb257fc-31e3-4aeb-9a47-1c0b00e1f53d" providerId="ADAL" clId="{47F8C43B-1FBF-4776-A505-5CBF218E79DA}" dt="2025-09-09T23:42:32.213" v="613" actId="1076"/>
          <ac:spMkLst>
            <pc:docMk/>
            <pc:sldMk cId="1313634828" sldId="256"/>
            <ac:spMk id="56" creationId="{7F7213F3-5543-B857-4093-3802E0746FAD}"/>
          </ac:spMkLst>
        </pc:spChg>
        <pc:spChg chg="add mod">
          <ac:chgData name="Nelson Jatel" userId="ecb257fc-31e3-4aeb-9a47-1c0b00e1f53d" providerId="ADAL" clId="{47F8C43B-1FBF-4776-A505-5CBF218E79DA}" dt="2025-09-09T23:42:41.141" v="615" actId="1076"/>
          <ac:spMkLst>
            <pc:docMk/>
            <pc:sldMk cId="1313634828" sldId="256"/>
            <ac:spMk id="60" creationId="{AC88C6B3-F371-47F0-D7ED-4E2F9977403E}"/>
          </ac:spMkLst>
        </pc:spChg>
        <pc:spChg chg="mod">
          <ac:chgData name="Nelson Jatel" userId="ecb257fc-31e3-4aeb-9a47-1c0b00e1f53d" providerId="ADAL" clId="{47F8C43B-1FBF-4776-A505-5CBF218E79DA}" dt="2025-09-09T23:52:35.530" v="860" actId="20577"/>
          <ac:spMkLst>
            <pc:docMk/>
            <pc:sldMk cId="1313634828" sldId="256"/>
            <ac:spMk id="91" creationId="{00000000-0000-0000-0000-000000000000}"/>
          </ac:spMkLst>
        </pc:spChg>
        <pc:spChg chg="mod">
          <ac:chgData name="Nelson Jatel" userId="ecb257fc-31e3-4aeb-9a47-1c0b00e1f53d" providerId="ADAL" clId="{47F8C43B-1FBF-4776-A505-5CBF218E79DA}" dt="2025-09-10T00:06:15.332" v="917" actId="1076"/>
          <ac:spMkLst>
            <pc:docMk/>
            <pc:sldMk cId="1313634828" sldId="256"/>
            <ac:spMk id="94" creationId="{00000000-0000-0000-0000-000000000000}"/>
          </ac:spMkLst>
        </pc:spChg>
        <pc:spChg chg="mod">
          <ac:chgData name="Nelson Jatel" userId="ecb257fc-31e3-4aeb-9a47-1c0b00e1f53d" providerId="ADAL" clId="{47F8C43B-1FBF-4776-A505-5CBF218E79DA}" dt="2025-09-10T00:06:22.591" v="919" actId="1076"/>
          <ac:spMkLst>
            <pc:docMk/>
            <pc:sldMk cId="1313634828" sldId="256"/>
            <ac:spMk id="99" creationId="{00000000-0000-0000-0000-000000000000}"/>
          </ac:spMkLst>
        </pc:spChg>
        <pc:spChg chg="mod">
          <ac:chgData name="Nelson Jatel" userId="ecb257fc-31e3-4aeb-9a47-1c0b00e1f53d" providerId="ADAL" clId="{47F8C43B-1FBF-4776-A505-5CBF218E79DA}" dt="2025-09-09T23:53:05.048" v="884" actId="33524"/>
          <ac:spMkLst>
            <pc:docMk/>
            <pc:sldMk cId="1313634828" sldId="256"/>
            <ac:spMk id="102" creationId="{00000000-0000-0000-0000-000000000000}"/>
          </ac:spMkLst>
        </pc:spChg>
        <pc:spChg chg="mod">
          <ac:chgData name="Nelson Jatel" userId="ecb257fc-31e3-4aeb-9a47-1c0b00e1f53d" providerId="ADAL" clId="{47F8C43B-1FBF-4776-A505-5CBF218E79DA}" dt="2025-09-09T23:55:15.849" v="896"/>
          <ac:spMkLst>
            <pc:docMk/>
            <pc:sldMk cId="1313634828" sldId="256"/>
            <ac:spMk id="110" creationId="{00000000-0000-0000-0000-000000000000}"/>
          </ac:spMkLst>
        </pc:spChg>
        <pc:spChg chg="mod">
          <ac:chgData name="Nelson Jatel" userId="ecb257fc-31e3-4aeb-9a47-1c0b00e1f53d" providerId="ADAL" clId="{47F8C43B-1FBF-4776-A505-5CBF218E79DA}" dt="2025-09-09T23:53:25.603" v="890" actId="114"/>
          <ac:spMkLst>
            <pc:docMk/>
            <pc:sldMk cId="1313634828" sldId="256"/>
            <ac:spMk id="118" creationId="{00000000-0000-0000-0000-000000000000}"/>
          </ac:spMkLst>
        </pc:spChg>
        <pc:spChg chg="mod">
          <ac:chgData name="Nelson Jatel" userId="ecb257fc-31e3-4aeb-9a47-1c0b00e1f53d" providerId="ADAL" clId="{47F8C43B-1FBF-4776-A505-5CBF218E79DA}" dt="2025-09-09T23:37:12.248" v="549" actId="113"/>
          <ac:spMkLst>
            <pc:docMk/>
            <pc:sldMk cId="1313634828" sldId="256"/>
            <ac:spMk id="131" creationId="{00000000-0000-0000-0000-000000000000}"/>
          </ac:spMkLst>
        </pc:spChg>
        <pc:spChg chg="mod">
          <ac:chgData name="Nelson Jatel" userId="ecb257fc-31e3-4aeb-9a47-1c0b00e1f53d" providerId="ADAL" clId="{47F8C43B-1FBF-4776-A505-5CBF218E79DA}" dt="2025-09-10T00:06:19.094" v="918" actId="1076"/>
          <ac:spMkLst>
            <pc:docMk/>
            <pc:sldMk cId="1313634828" sldId="256"/>
            <ac:spMk id="132" creationId="{00000000-0000-0000-0000-000000000000}"/>
          </ac:spMkLst>
        </pc:spChg>
        <pc:spChg chg="mod">
          <ac:chgData name="Nelson Jatel" userId="ecb257fc-31e3-4aeb-9a47-1c0b00e1f53d" providerId="ADAL" clId="{47F8C43B-1FBF-4776-A505-5CBF218E79DA}" dt="2025-09-09T23:42:13.546" v="610" actId="1076"/>
          <ac:spMkLst>
            <pc:docMk/>
            <pc:sldMk cId="1313634828" sldId="256"/>
            <ac:spMk id="133" creationId="{00000000-0000-0000-0000-000000000000}"/>
          </ac:spMkLst>
        </pc:spChg>
        <pc:spChg chg="mod">
          <ac:chgData name="Nelson Jatel" userId="ecb257fc-31e3-4aeb-9a47-1c0b00e1f53d" providerId="ADAL" clId="{47F8C43B-1FBF-4776-A505-5CBF218E79DA}" dt="2025-09-09T23:39:03.459" v="579" actId="20577"/>
          <ac:spMkLst>
            <pc:docMk/>
            <pc:sldMk cId="1313634828" sldId="256"/>
            <ac:spMk id="136" creationId="{00000000-0000-0000-0000-000000000000}"/>
          </ac:spMkLst>
        </pc:spChg>
        <pc:spChg chg="mod">
          <ac:chgData name="Nelson Jatel" userId="ecb257fc-31e3-4aeb-9a47-1c0b00e1f53d" providerId="ADAL" clId="{47F8C43B-1FBF-4776-A505-5CBF218E79DA}" dt="2025-09-09T23:49:00.116" v="795" actId="14100"/>
          <ac:spMkLst>
            <pc:docMk/>
            <pc:sldMk cId="1313634828" sldId="256"/>
            <ac:spMk id="138" creationId="{00000000-0000-0000-0000-000000000000}"/>
          </ac:spMkLst>
        </pc:spChg>
        <pc:spChg chg="mod">
          <ac:chgData name="Nelson Jatel" userId="ecb257fc-31e3-4aeb-9a47-1c0b00e1f53d" providerId="ADAL" clId="{47F8C43B-1FBF-4776-A505-5CBF218E79DA}" dt="2025-09-10T00:12:01.568" v="996" actId="14100"/>
          <ac:spMkLst>
            <pc:docMk/>
            <pc:sldMk cId="1313634828" sldId="256"/>
            <ac:spMk id="139" creationId="{00000000-0000-0000-0000-000000000000}"/>
          </ac:spMkLst>
        </pc:spChg>
        <pc:spChg chg="mod">
          <ac:chgData name="Nelson Jatel" userId="ecb257fc-31e3-4aeb-9a47-1c0b00e1f53d" providerId="ADAL" clId="{47F8C43B-1FBF-4776-A505-5CBF218E79DA}" dt="2025-09-09T23:52:59.544" v="883" actId="33524"/>
          <ac:spMkLst>
            <pc:docMk/>
            <pc:sldMk cId="1313634828" sldId="256"/>
            <ac:spMk id="141" creationId="{00000000-0000-0000-0000-000000000000}"/>
          </ac:spMkLst>
        </pc:spChg>
        <pc:spChg chg="mod">
          <ac:chgData name="Nelson Jatel" userId="ecb257fc-31e3-4aeb-9a47-1c0b00e1f53d" providerId="ADAL" clId="{47F8C43B-1FBF-4776-A505-5CBF218E79DA}" dt="2025-09-09T23:41:45.018" v="604" actId="1076"/>
          <ac:spMkLst>
            <pc:docMk/>
            <pc:sldMk cId="1313634828" sldId="256"/>
            <ac:spMk id="146" creationId="{00000000-0000-0000-0000-000000000000}"/>
          </ac:spMkLst>
        </pc:spChg>
        <pc:spChg chg="mod">
          <ac:chgData name="Nelson Jatel" userId="ecb257fc-31e3-4aeb-9a47-1c0b00e1f53d" providerId="ADAL" clId="{47F8C43B-1FBF-4776-A505-5CBF218E79DA}" dt="2025-09-09T23:41:48.256" v="605" actId="1076"/>
          <ac:spMkLst>
            <pc:docMk/>
            <pc:sldMk cId="1313634828" sldId="256"/>
            <ac:spMk id="147" creationId="{00000000-0000-0000-0000-000000000000}"/>
          </ac:spMkLst>
        </pc:spChg>
        <pc:spChg chg="mod">
          <ac:chgData name="Nelson Jatel" userId="ecb257fc-31e3-4aeb-9a47-1c0b00e1f53d" providerId="ADAL" clId="{47F8C43B-1FBF-4776-A505-5CBF218E79DA}" dt="2025-09-09T23:37:16.816" v="550" actId="113"/>
          <ac:spMkLst>
            <pc:docMk/>
            <pc:sldMk cId="1313634828" sldId="256"/>
            <ac:spMk id="148" creationId="{00000000-0000-0000-0000-000000000000}"/>
          </ac:spMkLst>
        </pc:spChg>
        <pc:spChg chg="mod">
          <ac:chgData name="Nelson Jatel" userId="ecb257fc-31e3-4aeb-9a47-1c0b00e1f53d" providerId="ADAL" clId="{47F8C43B-1FBF-4776-A505-5CBF218E79DA}" dt="2025-09-09T23:50:41.892" v="806" actId="1076"/>
          <ac:spMkLst>
            <pc:docMk/>
            <pc:sldMk cId="1313634828" sldId="256"/>
            <ac:spMk id="151" creationId="{00000000-0000-0000-0000-000000000000}"/>
          </ac:spMkLst>
        </pc:spChg>
        <pc:spChg chg="mod">
          <ac:chgData name="Nelson Jatel" userId="ecb257fc-31e3-4aeb-9a47-1c0b00e1f53d" providerId="ADAL" clId="{47F8C43B-1FBF-4776-A505-5CBF218E79DA}" dt="2025-09-09T23:45:42.169" v="642" actId="1076"/>
          <ac:spMkLst>
            <pc:docMk/>
            <pc:sldMk cId="1313634828" sldId="256"/>
            <ac:spMk id="153" creationId="{00000000-0000-0000-0000-000000000000}"/>
          </ac:spMkLst>
        </pc:spChg>
        <pc:spChg chg="mod">
          <ac:chgData name="Nelson Jatel" userId="ecb257fc-31e3-4aeb-9a47-1c0b00e1f53d" providerId="ADAL" clId="{47F8C43B-1FBF-4776-A505-5CBF218E79DA}" dt="2025-09-09T23:41:36.376" v="602" actId="1076"/>
          <ac:spMkLst>
            <pc:docMk/>
            <pc:sldMk cId="1313634828" sldId="256"/>
            <ac:spMk id="159" creationId="{00000000-0000-0000-0000-000000000000}"/>
          </ac:spMkLst>
        </pc:spChg>
        <pc:spChg chg="mod">
          <ac:chgData name="Nelson Jatel" userId="ecb257fc-31e3-4aeb-9a47-1c0b00e1f53d" providerId="ADAL" clId="{47F8C43B-1FBF-4776-A505-5CBF218E79DA}" dt="2025-09-09T23:46:19.305" v="652" actId="1076"/>
          <ac:spMkLst>
            <pc:docMk/>
            <pc:sldMk cId="1313634828" sldId="256"/>
            <ac:spMk id="160" creationId="{00000000-0000-0000-0000-000000000000}"/>
          </ac:spMkLst>
        </pc:spChg>
        <pc:spChg chg="mod">
          <ac:chgData name="Nelson Jatel" userId="ecb257fc-31e3-4aeb-9a47-1c0b00e1f53d" providerId="ADAL" clId="{47F8C43B-1FBF-4776-A505-5CBF218E79DA}" dt="2025-09-09T23:45:14.098" v="640" actId="1076"/>
          <ac:spMkLst>
            <pc:docMk/>
            <pc:sldMk cId="1313634828" sldId="256"/>
            <ac:spMk id="161" creationId="{00000000-0000-0000-0000-000000000000}"/>
          </ac:spMkLst>
        </pc:spChg>
        <pc:spChg chg="mod">
          <ac:chgData name="Nelson Jatel" userId="ecb257fc-31e3-4aeb-9a47-1c0b00e1f53d" providerId="ADAL" clId="{47F8C43B-1FBF-4776-A505-5CBF218E79DA}" dt="2025-09-09T23:41:41.955" v="603" actId="1076"/>
          <ac:spMkLst>
            <pc:docMk/>
            <pc:sldMk cId="1313634828" sldId="256"/>
            <ac:spMk id="163" creationId="{00000000-0000-0000-0000-000000000000}"/>
          </ac:spMkLst>
        </pc:spChg>
        <pc:spChg chg="mod">
          <ac:chgData name="Nelson Jatel" userId="ecb257fc-31e3-4aeb-9a47-1c0b00e1f53d" providerId="ADAL" clId="{47F8C43B-1FBF-4776-A505-5CBF218E79DA}" dt="2025-09-10T00:06:02.652" v="914" actId="1076"/>
          <ac:spMkLst>
            <pc:docMk/>
            <pc:sldMk cId="1313634828" sldId="256"/>
            <ac:spMk id="167" creationId="{00000000-0000-0000-0000-000000000000}"/>
          </ac:spMkLst>
        </pc:spChg>
        <pc:spChg chg="mod">
          <ac:chgData name="Nelson Jatel" userId="ecb257fc-31e3-4aeb-9a47-1c0b00e1f53d" providerId="ADAL" clId="{47F8C43B-1FBF-4776-A505-5CBF218E79DA}" dt="2025-09-09T23:41:28.177" v="600" actId="1076"/>
          <ac:spMkLst>
            <pc:docMk/>
            <pc:sldMk cId="1313634828" sldId="256"/>
            <ac:spMk id="169" creationId="{00000000-0000-0000-0000-000000000000}"/>
          </ac:spMkLst>
        </pc:spChg>
        <pc:spChg chg="mod">
          <ac:chgData name="Nelson Jatel" userId="ecb257fc-31e3-4aeb-9a47-1c0b00e1f53d" providerId="ADAL" clId="{47F8C43B-1FBF-4776-A505-5CBF218E79DA}" dt="2025-09-09T23:41:31.145" v="601" actId="1076"/>
          <ac:spMkLst>
            <pc:docMk/>
            <pc:sldMk cId="1313634828" sldId="256"/>
            <ac:spMk id="170" creationId="{00000000-0000-0000-0000-000000000000}"/>
          </ac:spMkLst>
        </pc:spChg>
        <pc:spChg chg="mod">
          <ac:chgData name="Nelson Jatel" userId="ecb257fc-31e3-4aeb-9a47-1c0b00e1f53d" providerId="ADAL" clId="{47F8C43B-1FBF-4776-A505-5CBF218E79DA}" dt="2025-09-09T23:42:10.690" v="609" actId="1076"/>
          <ac:spMkLst>
            <pc:docMk/>
            <pc:sldMk cId="1313634828" sldId="256"/>
            <ac:spMk id="184" creationId="{00000000-0000-0000-0000-000000000000}"/>
          </ac:spMkLst>
        </pc:spChg>
        <pc:spChg chg="mod">
          <ac:chgData name="Nelson Jatel" userId="ecb257fc-31e3-4aeb-9a47-1c0b00e1f53d" providerId="ADAL" clId="{47F8C43B-1FBF-4776-A505-5CBF218E79DA}" dt="2025-09-09T23:45:05.853" v="638" actId="14100"/>
          <ac:spMkLst>
            <pc:docMk/>
            <pc:sldMk cId="1313634828" sldId="256"/>
            <ac:spMk id="190" creationId="{00000000-0000-0000-0000-000000000000}"/>
          </ac:spMkLst>
        </pc:spChg>
        <pc:spChg chg="mod">
          <ac:chgData name="Nelson Jatel" userId="ecb257fc-31e3-4aeb-9a47-1c0b00e1f53d" providerId="ADAL" clId="{47F8C43B-1FBF-4776-A505-5CBF218E79DA}" dt="2025-09-09T23:45:08.120" v="639" actId="14100"/>
          <ac:spMkLst>
            <pc:docMk/>
            <pc:sldMk cId="1313634828" sldId="256"/>
            <ac:spMk id="191" creationId="{00000000-0000-0000-0000-000000000000}"/>
          </ac:spMkLst>
        </pc:spChg>
        <pc:spChg chg="mod">
          <ac:chgData name="Nelson Jatel" userId="ecb257fc-31e3-4aeb-9a47-1c0b00e1f53d" providerId="ADAL" clId="{47F8C43B-1FBF-4776-A505-5CBF218E79DA}" dt="2025-09-09T23:44:40.775" v="630" actId="14100"/>
          <ac:spMkLst>
            <pc:docMk/>
            <pc:sldMk cId="1313634828" sldId="256"/>
            <ac:spMk id="192" creationId="{00000000-0000-0000-0000-000000000000}"/>
          </ac:spMkLst>
        </pc:spChg>
        <pc:spChg chg="mod">
          <ac:chgData name="Nelson Jatel" userId="ecb257fc-31e3-4aeb-9a47-1c0b00e1f53d" providerId="ADAL" clId="{47F8C43B-1FBF-4776-A505-5CBF218E79DA}" dt="2025-09-09T23:44:46.290" v="632" actId="14100"/>
          <ac:spMkLst>
            <pc:docMk/>
            <pc:sldMk cId="1313634828" sldId="256"/>
            <ac:spMk id="193" creationId="{00000000-0000-0000-0000-000000000000}"/>
          </ac:spMkLst>
        </pc:spChg>
        <pc:spChg chg="mod">
          <ac:chgData name="Nelson Jatel" userId="ecb257fc-31e3-4aeb-9a47-1c0b00e1f53d" providerId="ADAL" clId="{47F8C43B-1FBF-4776-A505-5CBF218E79DA}" dt="2025-09-09T22:32:47.658" v="330" actId="1076"/>
          <ac:spMkLst>
            <pc:docMk/>
            <pc:sldMk cId="1313634828" sldId="256"/>
            <ac:spMk id="204" creationId="{00000000-0000-0000-0000-000000000000}"/>
          </ac:spMkLst>
        </pc:spChg>
        <pc:spChg chg="mod">
          <ac:chgData name="Nelson Jatel" userId="ecb257fc-31e3-4aeb-9a47-1c0b00e1f53d" providerId="ADAL" clId="{47F8C43B-1FBF-4776-A505-5CBF218E79DA}" dt="2025-09-09T23:39:18.464" v="581" actId="113"/>
          <ac:spMkLst>
            <pc:docMk/>
            <pc:sldMk cId="1313634828" sldId="256"/>
            <ac:spMk id="205" creationId="{00000000-0000-0000-0000-000000000000}"/>
          </ac:spMkLst>
        </pc:spChg>
        <pc:spChg chg="add mod">
          <ac:chgData name="Nelson Jatel" userId="ecb257fc-31e3-4aeb-9a47-1c0b00e1f53d" providerId="ADAL" clId="{47F8C43B-1FBF-4776-A505-5CBF218E79DA}" dt="2025-09-09T23:42:57.872" v="617" actId="1076"/>
          <ac:spMkLst>
            <pc:docMk/>
            <pc:sldMk cId="1313634828" sldId="256"/>
            <ac:spMk id="211" creationId="{F97CCA0A-5E1C-8E18-FD7F-03C75ED7DF5E}"/>
          </ac:spMkLst>
        </pc:spChg>
        <pc:spChg chg="add mod">
          <ac:chgData name="Nelson Jatel" userId="ecb257fc-31e3-4aeb-9a47-1c0b00e1f53d" providerId="ADAL" clId="{47F8C43B-1FBF-4776-A505-5CBF218E79DA}" dt="2025-09-09T23:43:14.229" v="621" actId="14100"/>
          <ac:spMkLst>
            <pc:docMk/>
            <pc:sldMk cId="1313634828" sldId="256"/>
            <ac:spMk id="212" creationId="{542EE32F-BC21-E999-24EA-02A7D7E662A5}"/>
          </ac:spMkLst>
        </pc:spChg>
        <pc:spChg chg="add mod">
          <ac:chgData name="Nelson Jatel" userId="ecb257fc-31e3-4aeb-9a47-1c0b00e1f53d" providerId="ADAL" clId="{47F8C43B-1FBF-4776-A505-5CBF218E79DA}" dt="2025-09-09T23:46:08.831" v="649" actId="1076"/>
          <ac:spMkLst>
            <pc:docMk/>
            <pc:sldMk cId="1313634828" sldId="256"/>
            <ac:spMk id="215" creationId="{4A823655-1861-C2C6-A1BB-0E6FF81218CD}"/>
          </ac:spMkLst>
        </pc:spChg>
        <pc:spChg chg="add mod">
          <ac:chgData name="Nelson Jatel" userId="ecb257fc-31e3-4aeb-9a47-1c0b00e1f53d" providerId="ADAL" clId="{47F8C43B-1FBF-4776-A505-5CBF218E79DA}" dt="2025-09-09T23:46:15.115" v="651" actId="1076"/>
          <ac:spMkLst>
            <pc:docMk/>
            <pc:sldMk cId="1313634828" sldId="256"/>
            <ac:spMk id="216" creationId="{46701701-2A27-8583-106A-2F7C61B61C9E}"/>
          </ac:spMkLst>
        </pc:spChg>
        <pc:spChg chg="add mod">
          <ac:chgData name="Nelson Jatel" userId="ecb257fc-31e3-4aeb-9a47-1c0b00e1f53d" providerId="ADAL" clId="{47F8C43B-1FBF-4776-A505-5CBF218E79DA}" dt="2025-09-09T23:46:38.059" v="655" actId="1076"/>
          <ac:spMkLst>
            <pc:docMk/>
            <pc:sldMk cId="1313634828" sldId="256"/>
            <ac:spMk id="217" creationId="{BC6EA822-A1C3-82AF-7209-718705AC2344}"/>
          </ac:spMkLst>
        </pc:spChg>
        <pc:spChg chg="add mod">
          <ac:chgData name="Nelson Jatel" userId="ecb257fc-31e3-4aeb-9a47-1c0b00e1f53d" providerId="ADAL" clId="{47F8C43B-1FBF-4776-A505-5CBF218E79DA}" dt="2025-09-09T23:47:09.044" v="664" actId="1076"/>
          <ac:spMkLst>
            <pc:docMk/>
            <pc:sldMk cId="1313634828" sldId="256"/>
            <ac:spMk id="218" creationId="{CD70FCA7-9B26-D338-8A54-B7BEC288DF1E}"/>
          </ac:spMkLst>
        </pc:spChg>
        <pc:spChg chg="add mod">
          <ac:chgData name="Nelson Jatel" userId="ecb257fc-31e3-4aeb-9a47-1c0b00e1f53d" providerId="ADAL" clId="{47F8C43B-1FBF-4776-A505-5CBF218E79DA}" dt="2025-09-09T23:47:00.605" v="662" actId="1076"/>
          <ac:spMkLst>
            <pc:docMk/>
            <pc:sldMk cId="1313634828" sldId="256"/>
            <ac:spMk id="221" creationId="{1BD1B153-7772-7908-C0EB-3832CCEE497B}"/>
          </ac:spMkLst>
        </pc:spChg>
        <pc:spChg chg="mod">
          <ac:chgData name="Nelson Jatel" userId="ecb257fc-31e3-4aeb-9a47-1c0b00e1f53d" providerId="ADAL" clId="{47F8C43B-1FBF-4776-A505-5CBF218E79DA}" dt="2025-09-10T00:06:26.180" v="920" actId="1076"/>
          <ac:spMkLst>
            <pc:docMk/>
            <pc:sldMk cId="1313634828" sldId="256"/>
            <ac:spMk id="222" creationId="{00000000-0000-0000-0000-000000000000}"/>
          </ac:spMkLst>
        </pc:spChg>
        <pc:spChg chg="add mod">
          <ac:chgData name="Nelson Jatel" userId="ecb257fc-31e3-4aeb-9a47-1c0b00e1f53d" providerId="ADAL" clId="{47F8C43B-1FBF-4776-A505-5CBF218E79DA}" dt="2025-09-09T23:46:56.791" v="661" actId="1076"/>
          <ac:spMkLst>
            <pc:docMk/>
            <pc:sldMk cId="1313634828" sldId="256"/>
            <ac:spMk id="223" creationId="{2E098F70-11DA-7BBA-9442-94215A8358BC}"/>
          </ac:spMkLst>
        </pc:spChg>
        <pc:spChg chg="add mod">
          <ac:chgData name="Nelson Jatel" userId="ecb257fc-31e3-4aeb-9a47-1c0b00e1f53d" providerId="ADAL" clId="{47F8C43B-1FBF-4776-A505-5CBF218E79DA}" dt="2025-09-09T23:49:09.012" v="798" actId="14100"/>
          <ac:spMkLst>
            <pc:docMk/>
            <pc:sldMk cId="1313634828" sldId="256"/>
            <ac:spMk id="224" creationId="{3F67E91F-0622-63B6-8F6D-BDFCC3A7638D}"/>
          </ac:spMkLst>
        </pc:spChg>
        <pc:spChg chg="add mod">
          <ac:chgData name="Nelson Jatel" userId="ecb257fc-31e3-4aeb-9a47-1c0b00e1f53d" providerId="ADAL" clId="{47F8C43B-1FBF-4776-A505-5CBF218E79DA}" dt="2025-09-09T23:47:36.184" v="688" actId="20577"/>
          <ac:spMkLst>
            <pc:docMk/>
            <pc:sldMk cId="1313634828" sldId="256"/>
            <ac:spMk id="226" creationId="{21852116-0605-4314-1D22-3944B3180886}"/>
          </ac:spMkLst>
        </pc:spChg>
        <pc:spChg chg="add mod">
          <ac:chgData name="Nelson Jatel" userId="ecb257fc-31e3-4aeb-9a47-1c0b00e1f53d" providerId="ADAL" clId="{47F8C43B-1FBF-4776-A505-5CBF218E79DA}" dt="2025-09-10T00:07:42.872" v="936" actId="1076"/>
          <ac:spMkLst>
            <pc:docMk/>
            <pc:sldMk cId="1313634828" sldId="256"/>
            <ac:spMk id="229" creationId="{95FAAE90-9113-5681-0073-A1538D158911}"/>
          </ac:spMkLst>
        </pc:spChg>
        <pc:spChg chg="add mod">
          <ac:chgData name="Nelson Jatel" userId="ecb257fc-31e3-4aeb-9a47-1c0b00e1f53d" providerId="ADAL" clId="{47F8C43B-1FBF-4776-A505-5CBF218E79DA}" dt="2025-09-10T00:07:34.224" v="934" actId="20577"/>
          <ac:spMkLst>
            <pc:docMk/>
            <pc:sldMk cId="1313634828" sldId="256"/>
            <ac:spMk id="231" creationId="{679592F4-0EB1-56CB-4B2F-DD5A802F4A64}"/>
          </ac:spMkLst>
        </pc:spChg>
        <pc:spChg chg="add mod">
          <ac:chgData name="Nelson Jatel" userId="ecb257fc-31e3-4aeb-9a47-1c0b00e1f53d" providerId="ADAL" clId="{47F8C43B-1FBF-4776-A505-5CBF218E79DA}" dt="2025-09-10T00:10:01.654" v="975" actId="20577"/>
          <ac:spMkLst>
            <pc:docMk/>
            <pc:sldMk cId="1313634828" sldId="256"/>
            <ac:spMk id="233" creationId="{B5740068-E5B8-56B5-61A5-9F0B3ABBEB1D}"/>
          </ac:spMkLst>
        </pc:spChg>
        <pc:spChg chg="add mod">
          <ac:chgData name="Nelson Jatel" userId="ecb257fc-31e3-4aeb-9a47-1c0b00e1f53d" providerId="ADAL" clId="{47F8C43B-1FBF-4776-A505-5CBF218E79DA}" dt="2025-09-10T00:09:47.401" v="966" actId="14100"/>
          <ac:spMkLst>
            <pc:docMk/>
            <pc:sldMk cId="1313634828" sldId="256"/>
            <ac:spMk id="235" creationId="{5FAC9120-4316-3D67-67C7-38DD5AF07125}"/>
          </ac:spMkLst>
        </pc:spChg>
        <pc:spChg chg="add mod">
          <ac:chgData name="Nelson Jatel" userId="ecb257fc-31e3-4aeb-9a47-1c0b00e1f53d" providerId="ADAL" clId="{47F8C43B-1FBF-4776-A505-5CBF218E79DA}" dt="2025-09-10T00:11:41.675" v="995" actId="1076"/>
          <ac:spMkLst>
            <pc:docMk/>
            <pc:sldMk cId="1313634828" sldId="256"/>
            <ac:spMk id="237" creationId="{0382B3CB-A26F-A416-CE1F-E950AB8227BD}"/>
          </ac:spMkLst>
        </pc:spChg>
        <pc:spChg chg="mod">
          <ac:chgData name="Nelson Jatel" userId="ecb257fc-31e3-4aeb-9a47-1c0b00e1f53d" providerId="ADAL" clId="{47F8C43B-1FBF-4776-A505-5CBF218E79DA}" dt="2025-09-09T23:44:35.726" v="628" actId="14100"/>
          <ac:spMkLst>
            <pc:docMk/>
            <pc:sldMk cId="1313634828" sldId="256"/>
            <ac:spMk id="242" creationId="{00000000-0000-0000-0000-000000000000}"/>
          </ac:spMkLst>
        </pc:spChg>
        <pc:spChg chg="mod">
          <ac:chgData name="Nelson Jatel" userId="ecb257fc-31e3-4aeb-9a47-1c0b00e1f53d" providerId="ADAL" clId="{47F8C43B-1FBF-4776-A505-5CBF218E79DA}" dt="2025-09-10T00:11:31.821" v="992" actId="1076"/>
          <ac:spMkLst>
            <pc:docMk/>
            <pc:sldMk cId="1313634828" sldId="256"/>
            <ac:spMk id="251" creationId="{00000000-0000-0000-0000-000000000000}"/>
          </ac:spMkLst>
        </pc:spChg>
        <pc:cxnChg chg="add mod">
          <ac:chgData name="Nelson Jatel" userId="ecb257fc-31e3-4aeb-9a47-1c0b00e1f53d" providerId="ADAL" clId="{47F8C43B-1FBF-4776-A505-5CBF218E79DA}" dt="2025-09-09T23:41:41.955" v="603" actId="1076"/>
          <ac:cxnSpMkLst>
            <pc:docMk/>
            <pc:sldMk cId="1313634828" sldId="256"/>
            <ac:cxnSpMk id="7" creationId="{EC5A5844-5052-A294-C128-4A0E41D79D0E}"/>
          </ac:cxnSpMkLst>
        </pc:cxnChg>
        <pc:cxnChg chg="add mod">
          <ac:chgData name="Nelson Jatel" userId="ecb257fc-31e3-4aeb-9a47-1c0b00e1f53d" providerId="ADAL" clId="{47F8C43B-1FBF-4776-A505-5CBF218E79DA}" dt="2025-09-09T23:41:48.256" v="605" actId="1076"/>
          <ac:cxnSpMkLst>
            <pc:docMk/>
            <pc:sldMk cId="1313634828" sldId="256"/>
            <ac:cxnSpMk id="10" creationId="{A5B4E82C-E71F-F2FE-CC7A-9A7A9AFE706C}"/>
          </ac:cxnSpMkLst>
        </pc:cxnChg>
        <pc:cxnChg chg="add mod">
          <ac:chgData name="Nelson Jatel" userId="ecb257fc-31e3-4aeb-9a47-1c0b00e1f53d" providerId="ADAL" clId="{47F8C43B-1FBF-4776-A505-5CBF218E79DA}" dt="2025-09-09T23:41:31.145" v="601" actId="1076"/>
          <ac:cxnSpMkLst>
            <pc:docMk/>
            <pc:sldMk cId="1313634828" sldId="256"/>
            <ac:cxnSpMk id="15" creationId="{46829438-2AA8-42E3-E0CC-F1F5F43B3305}"/>
          </ac:cxnSpMkLst>
        </pc:cxnChg>
        <pc:cxnChg chg="add mod">
          <ac:chgData name="Nelson Jatel" userId="ecb257fc-31e3-4aeb-9a47-1c0b00e1f53d" providerId="ADAL" clId="{47F8C43B-1FBF-4776-A505-5CBF218E79DA}" dt="2025-09-09T23:41:22.619" v="599" actId="1076"/>
          <ac:cxnSpMkLst>
            <pc:docMk/>
            <pc:sldMk cId="1313634828" sldId="256"/>
            <ac:cxnSpMk id="18" creationId="{0FCE6486-9E53-91D6-D1B7-9BB5C7283F02}"/>
          </ac:cxnSpMkLst>
        </pc:cxnChg>
        <pc:cxnChg chg="add mod">
          <ac:chgData name="Nelson Jatel" userId="ecb257fc-31e3-4aeb-9a47-1c0b00e1f53d" providerId="ADAL" clId="{47F8C43B-1FBF-4776-A505-5CBF218E79DA}" dt="2025-09-09T23:41:00.950" v="594" actId="1076"/>
          <ac:cxnSpMkLst>
            <pc:docMk/>
            <pc:sldMk cId="1313634828" sldId="256"/>
            <ac:cxnSpMk id="32" creationId="{E815F3E3-2395-D307-B497-2011300D2B97}"/>
          </ac:cxnSpMkLst>
        </pc:cxnChg>
        <pc:cxnChg chg="add mod">
          <ac:chgData name="Nelson Jatel" userId="ecb257fc-31e3-4aeb-9a47-1c0b00e1f53d" providerId="ADAL" clId="{47F8C43B-1FBF-4776-A505-5CBF218E79DA}" dt="2025-09-09T23:41:58.763" v="607" actId="1076"/>
          <ac:cxnSpMkLst>
            <pc:docMk/>
            <pc:sldMk cId="1313634828" sldId="256"/>
            <ac:cxnSpMk id="48" creationId="{12E67416-D3BE-CFFD-1476-E2F1E6AC3160}"/>
          </ac:cxnSpMkLst>
        </pc:cxnChg>
        <pc:cxnChg chg="add mod">
          <ac:chgData name="Nelson Jatel" userId="ecb257fc-31e3-4aeb-9a47-1c0b00e1f53d" providerId="ADAL" clId="{47F8C43B-1FBF-4776-A505-5CBF218E79DA}" dt="2025-09-09T23:40:28.155" v="587" actId="1076"/>
          <ac:cxnSpMkLst>
            <pc:docMk/>
            <pc:sldMk cId="1313634828" sldId="256"/>
            <ac:cxnSpMk id="49" creationId="{799837D5-9969-62D6-28B1-C4671B5010EA}"/>
          </ac:cxnSpMkLst>
        </pc:cxnChg>
        <pc:cxnChg chg="add mod">
          <ac:chgData name="Nelson Jatel" userId="ecb257fc-31e3-4aeb-9a47-1c0b00e1f53d" providerId="ADAL" clId="{47F8C43B-1FBF-4776-A505-5CBF218E79DA}" dt="2025-09-09T23:42:36.137" v="614" actId="1076"/>
          <ac:cxnSpMkLst>
            <pc:docMk/>
            <pc:sldMk cId="1313634828" sldId="256"/>
            <ac:cxnSpMk id="54" creationId="{7286A972-A751-7293-255C-34DEED4D6E9E}"/>
          </ac:cxnSpMkLst>
        </pc:cxnChg>
        <pc:cxnChg chg="add mod">
          <ac:chgData name="Nelson Jatel" userId="ecb257fc-31e3-4aeb-9a47-1c0b00e1f53d" providerId="ADAL" clId="{47F8C43B-1FBF-4776-A505-5CBF218E79DA}" dt="2025-09-09T23:42:32.213" v="613" actId="1076"/>
          <ac:cxnSpMkLst>
            <pc:docMk/>
            <pc:sldMk cId="1313634828" sldId="256"/>
            <ac:cxnSpMk id="57" creationId="{C5F99921-E1A1-5A48-5202-94612FC7699A}"/>
          </ac:cxnSpMkLst>
        </pc:cxnChg>
        <pc:cxnChg chg="add mod">
          <ac:chgData name="Nelson Jatel" userId="ecb257fc-31e3-4aeb-9a47-1c0b00e1f53d" providerId="ADAL" clId="{47F8C43B-1FBF-4776-A505-5CBF218E79DA}" dt="2025-09-09T23:41:45.018" v="604" actId="1076"/>
          <ac:cxnSpMkLst>
            <pc:docMk/>
            <pc:sldMk cId="1313634828" sldId="256"/>
            <ac:cxnSpMk id="69" creationId="{AA5426EE-B1B1-22F6-07A7-F87B6E38917A}"/>
          </ac:cxnSpMkLst>
        </pc:cxnChg>
        <pc:cxnChg chg="add mod">
          <ac:chgData name="Nelson Jatel" userId="ecb257fc-31e3-4aeb-9a47-1c0b00e1f53d" providerId="ADAL" clId="{47F8C43B-1FBF-4776-A505-5CBF218E79DA}" dt="2025-09-09T23:41:48.256" v="605" actId="1076"/>
          <ac:cxnSpMkLst>
            <pc:docMk/>
            <pc:sldMk cId="1313634828" sldId="256"/>
            <ac:cxnSpMk id="72" creationId="{27DB1227-DA0A-EEDA-44DB-E57CEA3B81FA}"/>
          </ac:cxnSpMkLst>
        </pc:cxnChg>
        <pc:cxnChg chg="add mod">
          <ac:chgData name="Nelson Jatel" userId="ecb257fc-31e3-4aeb-9a47-1c0b00e1f53d" providerId="ADAL" clId="{47F8C43B-1FBF-4776-A505-5CBF218E79DA}" dt="2025-09-09T23:41:45.018" v="604" actId="1076"/>
          <ac:cxnSpMkLst>
            <pc:docMk/>
            <pc:sldMk cId="1313634828" sldId="256"/>
            <ac:cxnSpMk id="79" creationId="{D72F7C7F-E8E0-5118-D013-A37E2443D671}"/>
          </ac:cxnSpMkLst>
        </pc:cxnChg>
        <pc:cxnChg chg="add mod">
          <ac:chgData name="Nelson Jatel" userId="ecb257fc-31e3-4aeb-9a47-1c0b00e1f53d" providerId="ADAL" clId="{47F8C43B-1FBF-4776-A505-5CBF218E79DA}" dt="2025-09-09T23:41:48.256" v="605" actId="1076"/>
          <ac:cxnSpMkLst>
            <pc:docMk/>
            <pc:sldMk cId="1313634828" sldId="256"/>
            <ac:cxnSpMk id="80" creationId="{838FDC82-4996-48AF-0A20-0777E86A1119}"/>
          </ac:cxnSpMkLst>
        </pc:cxnChg>
        <pc:cxnChg chg="mod">
          <ac:chgData name="Nelson Jatel" userId="ecb257fc-31e3-4aeb-9a47-1c0b00e1f53d" providerId="ADAL" clId="{47F8C43B-1FBF-4776-A505-5CBF218E79DA}" dt="2025-09-09T23:42:10.690" v="609" actId="1076"/>
          <ac:cxnSpMkLst>
            <pc:docMk/>
            <pc:sldMk cId="1313634828" sldId="256"/>
            <ac:cxnSpMk id="92" creationId="{00000000-0000-0000-0000-000000000000}"/>
          </ac:cxnSpMkLst>
        </pc:cxnChg>
        <pc:cxnChg chg="mod">
          <ac:chgData name="Nelson Jatel" userId="ecb257fc-31e3-4aeb-9a47-1c0b00e1f53d" providerId="ADAL" clId="{47F8C43B-1FBF-4776-A505-5CBF218E79DA}" dt="2025-09-09T23:42:17.957" v="611" actId="14100"/>
          <ac:cxnSpMkLst>
            <pc:docMk/>
            <pc:sldMk cId="1313634828" sldId="256"/>
            <ac:cxnSpMk id="97" creationId="{00000000-0000-0000-0000-000000000000}"/>
          </ac:cxnSpMkLst>
        </pc:cxnChg>
        <pc:cxnChg chg="mod">
          <ac:chgData name="Nelson Jatel" userId="ecb257fc-31e3-4aeb-9a47-1c0b00e1f53d" providerId="ADAL" clId="{47F8C43B-1FBF-4776-A505-5CBF218E79DA}" dt="2025-09-09T23:50:41.892" v="806" actId="1076"/>
          <ac:cxnSpMkLst>
            <pc:docMk/>
            <pc:sldMk cId="1313634828" sldId="256"/>
            <ac:cxnSpMk id="155" creationId="{00000000-0000-0000-0000-000000000000}"/>
          </ac:cxnSpMkLst>
        </pc:cxnChg>
        <pc:cxnChg chg="mod">
          <ac:chgData name="Nelson Jatel" userId="ecb257fc-31e3-4aeb-9a47-1c0b00e1f53d" providerId="ADAL" clId="{47F8C43B-1FBF-4776-A505-5CBF218E79DA}" dt="2025-09-09T23:36:33.997" v="548" actId="1076"/>
          <ac:cxnSpMkLst>
            <pc:docMk/>
            <pc:sldMk cId="1313634828" sldId="256"/>
            <ac:cxnSpMk id="156" creationId="{00000000-0000-0000-0000-000000000000}"/>
          </ac:cxnSpMkLst>
        </pc:cxnChg>
        <pc:cxnChg chg="mod">
          <ac:chgData name="Nelson Jatel" userId="ecb257fc-31e3-4aeb-9a47-1c0b00e1f53d" providerId="ADAL" clId="{47F8C43B-1FBF-4776-A505-5CBF218E79DA}" dt="2025-09-09T23:36:08.297" v="533" actId="1076"/>
          <ac:cxnSpMkLst>
            <pc:docMk/>
            <pc:sldMk cId="1313634828" sldId="256"/>
            <ac:cxnSpMk id="164" creationId="{00000000-0000-0000-0000-000000000000}"/>
          </ac:cxnSpMkLst>
        </pc:cxnChg>
        <pc:cxnChg chg="mod">
          <ac:chgData name="Nelson Jatel" userId="ecb257fc-31e3-4aeb-9a47-1c0b00e1f53d" providerId="ADAL" clId="{47F8C43B-1FBF-4776-A505-5CBF218E79DA}" dt="2025-09-09T23:50:41.892" v="806" actId="1076"/>
          <ac:cxnSpMkLst>
            <pc:docMk/>
            <pc:sldMk cId="1313634828" sldId="256"/>
            <ac:cxnSpMk id="166" creationId="{00000000-0000-0000-0000-000000000000}"/>
          </ac:cxnSpMkLst>
        </pc:cxnChg>
      </pc:sldChg>
    </pc:docChg>
  </pc:docChgLst>
  <pc:docChgLst>
    <pc:chgData name="Nelson Jatel" userId="ecb257fc-31e3-4aeb-9a47-1c0b00e1f53d" providerId="ADAL" clId="{7A98E350-BC9F-45AE-BFF2-7F3234337235}"/>
    <pc:docChg chg="modSld">
      <pc:chgData name="Nelson Jatel" userId="ecb257fc-31e3-4aeb-9a47-1c0b00e1f53d" providerId="ADAL" clId="{7A98E350-BC9F-45AE-BFF2-7F3234337235}" dt="2025-11-21T00:39:36.408" v="3" actId="58"/>
      <pc:docMkLst>
        <pc:docMk/>
      </pc:docMkLst>
      <pc:sldChg chg="modSp mod">
        <pc:chgData name="Nelson Jatel" userId="ecb257fc-31e3-4aeb-9a47-1c0b00e1f53d" providerId="ADAL" clId="{7A98E350-BC9F-45AE-BFF2-7F3234337235}" dt="2025-11-21T00:39:36.408" v="3" actId="58"/>
        <pc:sldMkLst>
          <pc:docMk/>
          <pc:sldMk cId="1313634828" sldId="256"/>
        </pc:sldMkLst>
        <pc:spChg chg="mod">
          <ac:chgData name="Nelson Jatel" userId="ecb257fc-31e3-4aeb-9a47-1c0b00e1f53d" providerId="ADAL" clId="{7A98E350-BC9F-45AE-BFF2-7F3234337235}" dt="2025-11-21T00:39:36.408" v="3" actId="58"/>
          <ac:spMkLst>
            <pc:docMk/>
            <pc:sldMk cId="1313634828" sldId="256"/>
            <ac:spMk id="10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3"/>
            <a:ext cx="3038072" cy="465603"/>
          </a:xfrm>
          <a:prstGeom prst="rect">
            <a:avLst/>
          </a:prstGeom>
        </p:spPr>
        <p:txBody>
          <a:bodyPr vert="horz" lIns="60356" tIns="30179" rIns="60356" bIns="30179" rtlCol="0"/>
          <a:lstStyle>
            <a:lvl1pPr algn="l">
              <a:defRPr sz="800"/>
            </a:lvl1pPr>
          </a:lstStyle>
          <a:p>
            <a:endParaRPr lang="en-CA"/>
          </a:p>
        </p:txBody>
      </p:sp>
      <p:sp>
        <p:nvSpPr>
          <p:cNvPr id="3" name="Date Placeholder 2"/>
          <p:cNvSpPr>
            <a:spLocks noGrp="1"/>
          </p:cNvSpPr>
          <p:nvPr>
            <p:ph type="dt" idx="1"/>
          </p:nvPr>
        </p:nvSpPr>
        <p:spPr>
          <a:xfrm>
            <a:off x="3971170" y="3"/>
            <a:ext cx="3038072" cy="465603"/>
          </a:xfrm>
          <a:prstGeom prst="rect">
            <a:avLst/>
          </a:prstGeom>
        </p:spPr>
        <p:txBody>
          <a:bodyPr vert="horz" lIns="60356" tIns="30179" rIns="60356" bIns="30179" rtlCol="0"/>
          <a:lstStyle>
            <a:lvl1pPr algn="r">
              <a:defRPr sz="800"/>
            </a:lvl1pPr>
          </a:lstStyle>
          <a:p>
            <a:fld id="{30023EB8-6DB0-4187-BD42-4ED2F5BBA06F}" type="datetimeFigureOut">
              <a:rPr lang="en-CA" smtClean="0"/>
              <a:t>2025-11-20</a:t>
            </a:fld>
            <a:endParaRPr lang="en-CA"/>
          </a:p>
        </p:txBody>
      </p:sp>
      <p:sp>
        <p:nvSpPr>
          <p:cNvPr id="4" name="Slide Image Placeholder 3"/>
          <p:cNvSpPr>
            <a:spLocks noGrp="1" noRot="1" noChangeAspect="1"/>
          </p:cNvSpPr>
          <p:nvPr>
            <p:ph type="sldImg" idx="2"/>
          </p:nvPr>
        </p:nvSpPr>
        <p:spPr>
          <a:xfrm>
            <a:off x="2490788" y="1162050"/>
            <a:ext cx="2028825" cy="3136900"/>
          </a:xfrm>
          <a:prstGeom prst="rect">
            <a:avLst/>
          </a:prstGeom>
          <a:noFill/>
          <a:ln w="12700">
            <a:solidFill>
              <a:prstClr val="black"/>
            </a:solidFill>
          </a:ln>
        </p:spPr>
        <p:txBody>
          <a:bodyPr vert="horz" lIns="60356" tIns="30179" rIns="60356" bIns="30179" rtlCol="0" anchor="ctr"/>
          <a:lstStyle/>
          <a:p>
            <a:endParaRPr lang="en-CA"/>
          </a:p>
        </p:txBody>
      </p:sp>
      <p:sp>
        <p:nvSpPr>
          <p:cNvPr id="5" name="Notes Placeholder 4"/>
          <p:cNvSpPr>
            <a:spLocks noGrp="1"/>
          </p:cNvSpPr>
          <p:nvPr>
            <p:ph type="body" sz="quarter" idx="3"/>
          </p:nvPr>
        </p:nvSpPr>
        <p:spPr>
          <a:xfrm>
            <a:off x="701275" y="4474091"/>
            <a:ext cx="5607857" cy="3660261"/>
          </a:xfrm>
          <a:prstGeom prst="rect">
            <a:avLst/>
          </a:prstGeom>
        </p:spPr>
        <p:txBody>
          <a:bodyPr vert="horz" lIns="60356" tIns="30179" rIns="60356" bIns="301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1" y="8830800"/>
            <a:ext cx="3038072" cy="465603"/>
          </a:xfrm>
          <a:prstGeom prst="rect">
            <a:avLst/>
          </a:prstGeom>
        </p:spPr>
        <p:txBody>
          <a:bodyPr vert="horz" lIns="60356" tIns="30179" rIns="60356" bIns="30179" rtlCol="0" anchor="b"/>
          <a:lstStyle>
            <a:lvl1pPr algn="l">
              <a:defRPr sz="800"/>
            </a:lvl1pPr>
          </a:lstStyle>
          <a:p>
            <a:endParaRPr lang="en-CA"/>
          </a:p>
        </p:txBody>
      </p:sp>
      <p:sp>
        <p:nvSpPr>
          <p:cNvPr id="7" name="Slide Number Placeholder 6"/>
          <p:cNvSpPr>
            <a:spLocks noGrp="1"/>
          </p:cNvSpPr>
          <p:nvPr>
            <p:ph type="sldNum" sz="quarter" idx="5"/>
          </p:nvPr>
        </p:nvSpPr>
        <p:spPr>
          <a:xfrm>
            <a:off x="3971170" y="8830800"/>
            <a:ext cx="3038072" cy="465603"/>
          </a:xfrm>
          <a:prstGeom prst="rect">
            <a:avLst/>
          </a:prstGeom>
        </p:spPr>
        <p:txBody>
          <a:bodyPr vert="horz" lIns="60356" tIns="30179" rIns="60356" bIns="30179" rtlCol="0" anchor="b"/>
          <a:lstStyle>
            <a:lvl1pPr algn="r">
              <a:defRPr sz="800"/>
            </a:lvl1pPr>
          </a:lstStyle>
          <a:p>
            <a:fld id="{4C3DD7D4-8B1C-4E91-9508-2E753ED21401}" type="slidenum">
              <a:rPr lang="en-CA" smtClean="0"/>
              <a:t>‹#›</a:t>
            </a:fld>
            <a:endParaRPr lang="en-CA"/>
          </a:p>
        </p:txBody>
      </p:sp>
    </p:spTree>
    <p:extLst>
      <p:ext uri="{BB962C8B-B14F-4D97-AF65-F5344CB8AC3E}">
        <p14:creationId xmlns:p14="http://schemas.microsoft.com/office/powerpoint/2010/main" val="3489225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4C3DD7D4-8B1C-4E91-9508-2E753ED21401}" type="slidenum">
              <a:rPr lang="en-CA" smtClean="0"/>
              <a:t>1</a:t>
            </a:fld>
            <a:endParaRPr lang="en-CA"/>
          </a:p>
        </p:txBody>
      </p:sp>
    </p:spTree>
    <p:extLst>
      <p:ext uri="{BB962C8B-B14F-4D97-AF65-F5344CB8AC3E}">
        <p14:creationId xmlns:p14="http://schemas.microsoft.com/office/powerpoint/2010/main" val="25894381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08760" y="5088045"/>
            <a:ext cx="17099280" cy="10823787"/>
          </a:xfrm>
        </p:spPr>
        <p:txBody>
          <a:bodyPr anchor="b"/>
          <a:lstStyle>
            <a:lvl1pPr algn="ctr">
              <a:defRPr sz="13200"/>
            </a:lvl1pPr>
          </a:lstStyle>
          <a:p>
            <a:r>
              <a:rPr lang="en-US"/>
              <a:t>Click to edit Master title style</a:t>
            </a:r>
            <a:endParaRPr lang="en-US" dirty="0"/>
          </a:p>
        </p:txBody>
      </p:sp>
      <p:sp>
        <p:nvSpPr>
          <p:cNvPr id="3" name="Subtitle 2"/>
          <p:cNvSpPr>
            <a:spLocks noGrp="1"/>
          </p:cNvSpPr>
          <p:nvPr>
            <p:ph type="subTitle" idx="1"/>
          </p:nvPr>
        </p:nvSpPr>
        <p:spPr>
          <a:xfrm>
            <a:off x="2514600" y="16329239"/>
            <a:ext cx="15087600" cy="7506121"/>
          </a:xfrm>
        </p:spPr>
        <p:txBody>
          <a:bodyPr/>
          <a:lstStyle>
            <a:lvl1pPr marL="0" indent="0" algn="ctr">
              <a:buNone/>
              <a:defRPr sz="5280"/>
            </a:lvl1pPr>
            <a:lvl2pPr marL="1005840" indent="0" algn="ctr">
              <a:buNone/>
              <a:defRPr sz="4400"/>
            </a:lvl2pPr>
            <a:lvl3pPr marL="2011680" indent="0" algn="ctr">
              <a:buNone/>
              <a:defRPr sz="3960"/>
            </a:lvl3pPr>
            <a:lvl4pPr marL="3017520" indent="0" algn="ctr">
              <a:buNone/>
              <a:defRPr sz="3520"/>
            </a:lvl4pPr>
            <a:lvl5pPr marL="4023360" indent="0" algn="ctr">
              <a:buNone/>
              <a:defRPr sz="3520"/>
            </a:lvl5pPr>
            <a:lvl6pPr marL="5029200" indent="0" algn="ctr">
              <a:buNone/>
              <a:defRPr sz="3520"/>
            </a:lvl6pPr>
            <a:lvl7pPr marL="6035040" indent="0" algn="ctr">
              <a:buNone/>
              <a:defRPr sz="3520"/>
            </a:lvl7pPr>
            <a:lvl8pPr marL="7040880" indent="0" algn="ctr">
              <a:buNone/>
              <a:defRPr sz="3520"/>
            </a:lvl8pPr>
            <a:lvl9pPr marL="8046720" indent="0" algn="ctr">
              <a:buNone/>
              <a:defRPr sz="35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4D8B7E-8DC2-499E-BCCB-2899E5CD5D99}" type="datetimeFigureOut">
              <a:rPr lang="en-CA" smtClean="0"/>
              <a:t>2025-11-20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3290152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4D8B7E-8DC2-499E-BCCB-2899E5CD5D99}" type="datetimeFigureOut">
              <a:rPr lang="en-CA" smtClean="0"/>
              <a:t>2025-11-20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268598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72554" y="7750819"/>
            <a:ext cx="17350740" cy="12932408"/>
          </a:xfrm>
        </p:spPr>
        <p:txBody>
          <a:bodyPr anchor="b"/>
          <a:lstStyle>
            <a:lvl1pPr>
              <a:defRPr sz="13200"/>
            </a:lvl1pPr>
          </a:lstStyle>
          <a:p>
            <a:r>
              <a:rPr lang="en-US"/>
              <a:t>Click to edit Master title style</a:t>
            </a:r>
            <a:endParaRPr lang="en-US" dirty="0"/>
          </a:p>
        </p:txBody>
      </p:sp>
      <p:sp>
        <p:nvSpPr>
          <p:cNvPr id="3" name="Text Placeholder 2"/>
          <p:cNvSpPr>
            <a:spLocks noGrp="1"/>
          </p:cNvSpPr>
          <p:nvPr>
            <p:ph type="body" idx="1"/>
          </p:nvPr>
        </p:nvSpPr>
        <p:spPr>
          <a:xfrm>
            <a:off x="1372554" y="20805572"/>
            <a:ext cx="17350740" cy="6800848"/>
          </a:xfrm>
        </p:spPr>
        <p:txBody>
          <a:bodyPr/>
          <a:lstStyle>
            <a:lvl1pPr marL="0" indent="0">
              <a:buNone/>
              <a:defRPr sz="5280">
                <a:solidFill>
                  <a:schemeClr val="tx1"/>
                </a:solidFill>
              </a:defRPr>
            </a:lvl1pPr>
            <a:lvl2pPr marL="1005840" indent="0">
              <a:buNone/>
              <a:defRPr sz="4400">
                <a:solidFill>
                  <a:schemeClr val="tx1">
                    <a:tint val="75000"/>
                  </a:schemeClr>
                </a:solidFill>
              </a:defRPr>
            </a:lvl2pPr>
            <a:lvl3pPr marL="2011680" indent="0">
              <a:buNone/>
              <a:defRPr sz="3960">
                <a:solidFill>
                  <a:schemeClr val="tx1">
                    <a:tint val="75000"/>
                  </a:schemeClr>
                </a:solidFill>
              </a:defRPr>
            </a:lvl3pPr>
            <a:lvl4pPr marL="3017520" indent="0">
              <a:buNone/>
              <a:defRPr sz="3520">
                <a:solidFill>
                  <a:schemeClr val="tx1">
                    <a:tint val="75000"/>
                  </a:schemeClr>
                </a:solidFill>
              </a:defRPr>
            </a:lvl4pPr>
            <a:lvl5pPr marL="4023360" indent="0">
              <a:buNone/>
              <a:defRPr sz="3520">
                <a:solidFill>
                  <a:schemeClr val="tx1">
                    <a:tint val="75000"/>
                  </a:schemeClr>
                </a:solidFill>
              </a:defRPr>
            </a:lvl5pPr>
            <a:lvl6pPr marL="5029200" indent="0">
              <a:buNone/>
              <a:defRPr sz="3520">
                <a:solidFill>
                  <a:schemeClr val="tx1">
                    <a:tint val="75000"/>
                  </a:schemeClr>
                </a:solidFill>
              </a:defRPr>
            </a:lvl6pPr>
            <a:lvl7pPr marL="6035040" indent="0">
              <a:buNone/>
              <a:defRPr sz="3520">
                <a:solidFill>
                  <a:schemeClr val="tx1">
                    <a:tint val="75000"/>
                  </a:schemeClr>
                </a:solidFill>
              </a:defRPr>
            </a:lvl7pPr>
            <a:lvl8pPr marL="7040880" indent="0">
              <a:buNone/>
              <a:defRPr sz="3520">
                <a:solidFill>
                  <a:schemeClr val="tx1">
                    <a:tint val="75000"/>
                  </a:schemeClr>
                </a:solidFill>
              </a:defRPr>
            </a:lvl8pPr>
            <a:lvl9pPr marL="8046720" indent="0">
              <a:buNone/>
              <a:defRPr sz="35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D8B7E-8DC2-499E-BCCB-2899E5CD5D99}" type="datetimeFigureOut">
              <a:rPr lang="en-CA" smtClean="0"/>
              <a:t>2025-11-20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3490179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83030" y="8276166"/>
            <a:ext cx="8549640" cy="19726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184130" y="8276166"/>
            <a:ext cx="8549640" cy="197260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4D8B7E-8DC2-499E-BCCB-2899E5CD5D99}" type="datetimeFigureOut">
              <a:rPr lang="en-CA" smtClean="0"/>
              <a:t>2025-11-20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1964395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85650" y="1655240"/>
            <a:ext cx="17350740" cy="60092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85652" y="7621272"/>
            <a:ext cx="8510348" cy="3735068"/>
          </a:xfrm>
        </p:spPr>
        <p:txBody>
          <a:bodyPr anchor="b"/>
          <a:lstStyle>
            <a:lvl1pPr marL="0" indent="0">
              <a:buNone/>
              <a:defRPr sz="5280" b="1"/>
            </a:lvl1pPr>
            <a:lvl2pPr marL="1005840" indent="0">
              <a:buNone/>
              <a:defRPr sz="4400" b="1"/>
            </a:lvl2pPr>
            <a:lvl3pPr marL="2011680" indent="0">
              <a:buNone/>
              <a:defRPr sz="3960" b="1"/>
            </a:lvl3pPr>
            <a:lvl4pPr marL="3017520" indent="0">
              <a:buNone/>
              <a:defRPr sz="3520" b="1"/>
            </a:lvl4pPr>
            <a:lvl5pPr marL="4023360" indent="0">
              <a:buNone/>
              <a:defRPr sz="3520" b="1"/>
            </a:lvl5pPr>
            <a:lvl6pPr marL="5029200" indent="0">
              <a:buNone/>
              <a:defRPr sz="3520" b="1"/>
            </a:lvl6pPr>
            <a:lvl7pPr marL="6035040" indent="0">
              <a:buNone/>
              <a:defRPr sz="3520" b="1"/>
            </a:lvl7pPr>
            <a:lvl8pPr marL="7040880" indent="0">
              <a:buNone/>
              <a:defRPr sz="3520" b="1"/>
            </a:lvl8pPr>
            <a:lvl9pPr marL="8046720" indent="0">
              <a:buNone/>
              <a:defRPr sz="3520" b="1"/>
            </a:lvl9pPr>
          </a:lstStyle>
          <a:p>
            <a:pPr lvl="0"/>
            <a:r>
              <a:rPr lang="en-US"/>
              <a:t>Click to edit Master text styles</a:t>
            </a:r>
          </a:p>
        </p:txBody>
      </p:sp>
      <p:sp>
        <p:nvSpPr>
          <p:cNvPr id="4" name="Content Placeholder 3"/>
          <p:cNvSpPr>
            <a:spLocks noGrp="1"/>
          </p:cNvSpPr>
          <p:nvPr>
            <p:ph sz="half" idx="2"/>
          </p:nvPr>
        </p:nvSpPr>
        <p:spPr>
          <a:xfrm>
            <a:off x="1385652" y="11356340"/>
            <a:ext cx="8510348" cy="167034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184131" y="7621272"/>
            <a:ext cx="8552260" cy="3735068"/>
          </a:xfrm>
        </p:spPr>
        <p:txBody>
          <a:bodyPr anchor="b"/>
          <a:lstStyle>
            <a:lvl1pPr marL="0" indent="0">
              <a:buNone/>
              <a:defRPr sz="5280" b="1"/>
            </a:lvl1pPr>
            <a:lvl2pPr marL="1005840" indent="0">
              <a:buNone/>
              <a:defRPr sz="4400" b="1"/>
            </a:lvl2pPr>
            <a:lvl3pPr marL="2011680" indent="0">
              <a:buNone/>
              <a:defRPr sz="3960" b="1"/>
            </a:lvl3pPr>
            <a:lvl4pPr marL="3017520" indent="0">
              <a:buNone/>
              <a:defRPr sz="3520" b="1"/>
            </a:lvl4pPr>
            <a:lvl5pPr marL="4023360" indent="0">
              <a:buNone/>
              <a:defRPr sz="3520" b="1"/>
            </a:lvl5pPr>
            <a:lvl6pPr marL="5029200" indent="0">
              <a:buNone/>
              <a:defRPr sz="3520" b="1"/>
            </a:lvl6pPr>
            <a:lvl7pPr marL="6035040" indent="0">
              <a:buNone/>
              <a:defRPr sz="3520" b="1"/>
            </a:lvl7pPr>
            <a:lvl8pPr marL="7040880" indent="0">
              <a:buNone/>
              <a:defRPr sz="3520" b="1"/>
            </a:lvl8pPr>
            <a:lvl9pPr marL="8046720" indent="0">
              <a:buNone/>
              <a:defRPr sz="3520" b="1"/>
            </a:lvl9pPr>
          </a:lstStyle>
          <a:p>
            <a:pPr lvl="0"/>
            <a:r>
              <a:rPr lang="en-US"/>
              <a:t>Click to edit Master text styles</a:t>
            </a:r>
          </a:p>
        </p:txBody>
      </p:sp>
      <p:sp>
        <p:nvSpPr>
          <p:cNvPr id="6" name="Content Placeholder 5"/>
          <p:cNvSpPr>
            <a:spLocks noGrp="1"/>
          </p:cNvSpPr>
          <p:nvPr>
            <p:ph sz="quarter" idx="4"/>
          </p:nvPr>
        </p:nvSpPr>
        <p:spPr>
          <a:xfrm>
            <a:off x="10184131" y="11356340"/>
            <a:ext cx="8552260" cy="167034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4D8B7E-8DC2-499E-BCCB-2899E5CD5D99}" type="datetimeFigureOut">
              <a:rPr lang="en-CA" smtClean="0"/>
              <a:t>2025-11-20</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1558126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4D8B7E-8DC2-499E-BCCB-2899E5CD5D99}" type="datetimeFigureOut">
              <a:rPr lang="en-CA" smtClean="0"/>
              <a:t>2025-11-20</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2199134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4D8B7E-8DC2-499E-BCCB-2899E5CD5D99}" type="datetimeFigureOut">
              <a:rPr lang="en-CA" smtClean="0"/>
              <a:t>2025-11-20</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1134732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650" y="2072640"/>
            <a:ext cx="6488192" cy="7254240"/>
          </a:xfrm>
        </p:spPr>
        <p:txBody>
          <a:bodyPr anchor="b"/>
          <a:lstStyle>
            <a:lvl1pPr>
              <a:defRPr sz="7040"/>
            </a:lvl1pPr>
          </a:lstStyle>
          <a:p>
            <a:r>
              <a:rPr lang="en-US"/>
              <a:t>Click to edit Master title style</a:t>
            </a:r>
            <a:endParaRPr lang="en-US" dirty="0"/>
          </a:p>
        </p:txBody>
      </p:sp>
      <p:sp>
        <p:nvSpPr>
          <p:cNvPr id="3" name="Content Placeholder 2"/>
          <p:cNvSpPr>
            <a:spLocks noGrp="1"/>
          </p:cNvSpPr>
          <p:nvPr>
            <p:ph idx="1"/>
          </p:nvPr>
        </p:nvSpPr>
        <p:spPr>
          <a:xfrm>
            <a:off x="8552260" y="4476333"/>
            <a:ext cx="10184130" cy="22093767"/>
          </a:xfrm>
        </p:spPr>
        <p:txBody>
          <a:bodyPr/>
          <a:lstStyle>
            <a:lvl1pPr>
              <a:defRPr sz="7040"/>
            </a:lvl1pPr>
            <a:lvl2pPr>
              <a:defRPr sz="6160"/>
            </a:lvl2pPr>
            <a:lvl3pPr>
              <a:defRPr sz="5280"/>
            </a:lvl3pPr>
            <a:lvl4pPr>
              <a:defRPr sz="4400"/>
            </a:lvl4pPr>
            <a:lvl5pPr>
              <a:defRPr sz="4400"/>
            </a:lvl5pPr>
            <a:lvl6pPr>
              <a:defRPr sz="4400"/>
            </a:lvl6pPr>
            <a:lvl7pPr>
              <a:defRPr sz="4400"/>
            </a:lvl7pPr>
            <a:lvl8pPr>
              <a:defRPr sz="4400"/>
            </a:lvl8pPr>
            <a:lvl9pPr>
              <a:defRPr sz="4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85650" y="9326880"/>
            <a:ext cx="6488192" cy="17279199"/>
          </a:xfrm>
        </p:spPr>
        <p:txBody>
          <a:bodyPr/>
          <a:lstStyle>
            <a:lvl1pPr marL="0" indent="0">
              <a:buNone/>
              <a:defRPr sz="3520"/>
            </a:lvl1pPr>
            <a:lvl2pPr marL="1005840" indent="0">
              <a:buNone/>
              <a:defRPr sz="3080"/>
            </a:lvl2pPr>
            <a:lvl3pPr marL="2011680" indent="0">
              <a:buNone/>
              <a:defRPr sz="2640"/>
            </a:lvl3pPr>
            <a:lvl4pPr marL="3017520" indent="0">
              <a:buNone/>
              <a:defRPr sz="2200"/>
            </a:lvl4pPr>
            <a:lvl5pPr marL="4023360" indent="0">
              <a:buNone/>
              <a:defRPr sz="2200"/>
            </a:lvl5pPr>
            <a:lvl6pPr marL="5029200" indent="0">
              <a:buNone/>
              <a:defRPr sz="2200"/>
            </a:lvl6pPr>
            <a:lvl7pPr marL="6035040" indent="0">
              <a:buNone/>
              <a:defRPr sz="2200"/>
            </a:lvl7pPr>
            <a:lvl8pPr marL="7040880" indent="0">
              <a:buNone/>
              <a:defRPr sz="2200"/>
            </a:lvl8pPr>
            <a:lvl9pPr marL="8046720" indent="0">
              <a:buNone/>
              <a:defRPr sz="2200"/>
            </a:lvl9pPr>
          </a:lstStyle>
          <a:p>
            <a:pPr lvl="0"/>
            <a:r>
              <a:rPr lang="en-US"/>
              <a:t>Click to edit Master text styles</a:t>
            </a:r>
          </a:p>
        </p:txBody>
      </p:sp>
      <p:sp>
        <p:nvSpPr>
          <p:cNvPr id="5" name="Date Placeholder 4"/>
          <p:cNvSpPr>
            <a:spLocks noGrp="1"/>
          </p:cNvSpPr>
          <p:nvPr>
            <p:ph type="dt" sz="half" idx="10"/>
          </p:nvPr>
        </p:nvSpPr>
        <p:spPr/>
        <p:txBody>
          <a:bodyPr/>
          <a:lstStyle/>
          <a:p>
            <a:fld id="{F34D8B7E-8DC2-499E-BCCB-2899E5CD5D99}" type="datetimeFigureOut">
              <a:rPr lang="en-CA" smtClean="0"/>
              <a:t>2025-11-20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2051959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85650" y="2072640"/>
            <a:ext cx="6488192" cy="7254240"/>
          </a:xfrm>
        </p:spPr>
        <p:txBody>
          <a:bodyPr anchor="b"/>
          <a:lstStyle>
            <a:lvl1pPr>
              <a:defRPr sz="704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52260" y="4476333"/>
            <a:ext cx="10184130" cy="22093767"/>
          </a:xfrm>
        </p:spPr>
        <p:txBody>
          <a:bodyPr anchor="t"/>
          <a:lstStyle>
            <a:lvl1pPr marL="0" indent="0">
              <a:buNone/>
              <a:defRPr sz="7040"/>
            </a:lvl1pPr>
            <a:lvl2pPr marL="1005840" indent="0">
              <a:buNone/>
              <a:defRPr sz="6160"/>
            </a:lvl2pPr>
            <a:lvl3pPr marL="2011680" indent="0">
              <a:buNone/>
              <a:defRPr sz="5280"/>
            </a:lvl3pPr>
            <a:lvl4pPr marL="3017520" indent="0">
              <a:buNone/>
              <a:defRPr sz="4400"/>
            </a:lvl4pPr>
            <a:lvl5pPr marL="4023360" indent="0">
              <a:buNone/>
              <a:defRPr sz="4400"/>
            </a:lvl5pPr>
            <a:lvl6pPr marL="5029200" indent="0">
              <a:buNone/>
              <a:defRPr sz="4400"/>
            </a:lvl6pPr>
            <a:lvl7pPr marL="6035040" indent="0">
              <a:buNone/>
              <a:defRPr sz="4400"/>
            </a:lvl7pPr>
            <a:lvl8pPr marL="7040880" indent="0">
              <a:buNone/>
              <a:defRPr sz="4400"/>
            </a:lvl8pPr>
            <a:lvl9pPr marL="8046720" indent="0">
              <a:buNone/>
              <a:defRPr sz="4400"/>
            </a:lvl9pPr>
          </a:lstStyle>
          <a:p>
            <a:r>
              <a:rPr lang="en-US"/>
              <a:t>Click icon to add picture</a:t>
            </a:r>
            <a:endParaRPr lang="en-US" dirty="0"/>
          </a:p>
        </p:txBody>
      </p:sp>
      <p:sp>
        <p:nvSpPr>
          <p:cNvPr id="4" name="Text Placeholder 3"/>
          <p:cNvSpPr>
            <a:spLocks noGrp="1"/>
          </p:cNvSpPr>
          <p:nvPr>
            <p:ph type="body" sz="half" idx="2"/>
          </p:nvPr>
        </p:nvSpPr>
        <p:spPr>
          <a:xfrm>
            <a:off x="1385650" y="9326880"/>
            <a:ext cx="6488192" cy="17279199"/>
          </a:xfrm>
        </p:spPr>
        <p:txBody>
          <a:bodyPr/>
          <a:lstStyle>
            <a:lvl1pPr marL="0" indent="0">
              <a:buNone/>
              <a:defRPr sz="3520"/>
            </a:lvl1pPr>
            <a:lvl2pPr marL="1005840" indent="0">
              <a:buNone/>
              <a:defRPr sz="3080"/>
            </a:lvl2pPr>
            <a:lvl3pPr marL="2011680" indent="0">
              <a:buNone/>
              <a:defRPr sz="2640"/>
            </a:lvl3pPr>
            <a:lvl4pPr marL="3017520" indent="0">
              <a:buNone/>
              <a:defRPr sz="2200"/>
            </a:lvl4pPr>
            <a:lvl5pPr marL="4023360" indent="0">
              <a:buNone/>
              <a:defRPr sz="2200"/>
            </a:lvl5pPr>
            <a:lvl6pPr marL="5029200" indent="0">
              <a:buNone/>
              <a:defRPr sz="2200"/>
            </a:lvl6pPr>
            <a:lvl7pPr marL="6035040" indent="0">
              <a:buNone/>
              <a:defRPr sz="2200"/>
            </a:lvl7pPr>
            <a:lvl8pPr marL="7040880" indent="0">
              <a:buNone/>
              <a:defRPr sz="2200"/>
            </a:lvl8pPr>
            <a:lvl9pPr marL="8046720" indent="0">
              <a:buNone/>
              <a:defRPr sz="2200"/>
            </a:lvl9pPr>
          </a:lstStyle>
          <a:p>
            <a:pPr lvl="0"/>
            <a:r>
              <a:rPr lang="en-US"/>
              <a:t>Click to edit Master text styles</a:t>
            </a:r>
          </a:p>
        </p:txBody>
      </p:sp>
      <p:sp>
        <p:nvSpPr>
          <p:cNvPr id="5" name="Date Placeholder 4"/>
          <p:cNvSpPr>
            <a:spLocks noGrp="1"/>
          </p:cNvSpPr>
          <p:nvPr>
            <p:ph type="dt" sz="half" idx="10"/>
          </p:nvPr>
        </p:nvSpPr>
        <p:spPr/>
        <p:txBody>
          <a:bodyPr/>
          <a:lstStyle/>
          <a:p>
            <a:fld id="{F34D8B7E-8DC2-499E-BCCB-2899E5CD5D99}" type="datetimeFigureOut">
              <a:rPr lang="en-CA" smtClean="0"/>
              <a:t>2025-11-20</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4181665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4D8B7E-8DC2-499E-BCCB-2899E5CD5D99}" type="datetimeFigureOut">
              <a:rPr lang="en-CA" smtClean="0"/>
              <a:t>2025-11-20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2611119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396086" y="1655233"/>
            <a:ext cx="4337685" cy="263469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83031" y="1655233"/>
            <a:ext cx="12761595" cy="26346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4D8B7E-8DC2-499E-BCCB-2899E5CD5D99}" type="datetimeFigureOut">
              <a:rPr lang="en-CA" smtClean="0"/>
              <a:t>2025-11-20</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9C711E10-3972-4F80-887B-279E0DAA133D}" type="slidenum">
              <a:rPr lang="en-CA" smtClean="0"/>
              <a:t>‹#›</a:t>
            </a:fld>
            <a:endParaRPr lang="en-CA"/>
          </a:p>
        </p:txBody>
      </p:sp>
    </p:spTree>
    <p:extLst>
      <p:ext uri="{BB962C8B-B14F-4D97-AF65-F5344CB8AC3E}">
        <p14:creationId xmlns:p14="http://schemas.microsoft.com/office/powerpoint/2010/main" val="838240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83030" y="1655240"/>
            <a:ext cx="17350740" cy="600921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83030" y="8276166"/>
            <a:ext cx="17350740" cy="197260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83030" y="28815460"/>
            <a:ext cx="4526280" cy="1655233"/>
          </a:xfrm>
          <a:prstGeom prst="rect">
            <a:avLst/>
          </a:prstGeom>
        </p:spPr>
        <p:txBody>
          <a:bodyPr vert="horz" lIns="91440" tIns="45720" rIns="91440" bIns="45720" rtlCol="0" anchor="ctr"/>
          <a:lstStyle>
            <a:lvl1pPr algn="l">
              <a:defRPr sz="2640">
                <a:solidFill>
                  <a:schemeClr val="tx1">
                    <a:tint val="75000"/>
                  </a:schemeClr>
                </a:solidFill>
              </a:defRPr>
            </a:lvl1pPr>
          </a:lstStyle>
          <a:p>
            <a:fld id="{F34D8B7E-8DC2-499E-BCCB-2899E5CD5D99}" type="datetimeFigureOut">
              <a:rPr lang="en-CA" smtClean="0"/>
              <a:t>2025-11-20</a:t>
            </a:fld>
            <a:endParaRPr lang="en-CA"/>
          </a:p>
        </p:txBody>
      </p:sp>
      <p:sp>
        <p:nvSpPr>
          <p:cNvPr id="5" name="Footer Placeholder 4"/>
          <p:cNvSpPr>
            <a:spLocks noGrp="1"/>
          </p:cNvSpPr>
          <p:nvPr>
            <p:ph type="ftr" sz="quarter" idx="3"/>
          </p:nvPr>
        </p:nvSpPr>
        <p:spPr>
          <a:xfrm>
            <a:off x="6663690" y="28815460"/>
            <a:ext cx="6789420" cy="1655233"/>
          </a:xfrm>
          <a:prstGeom prst="rect">
            <a:avLst/>
          </a:prstGeom>
        </p:spPr>
        <p:txBody>
          <a:bodyPr vert="horz" lIns="91440" tIns="45720" rIns="91440" bIns="45720" rtlCol="0" anchor="ctr"/>
          <a:lstStyle>
            <a:lvl1pPr algn="ctr">
              <a:defRPr sz="264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14207490" y="28815460"/>
            <a:ext cx="4526280" cy="1655233"/>
          </a:xfrm>
          <a:prstGeom prst="rect">
            <a:avLst/>
          </a:prstGeom>
        </p:spPr>
        <p:txBody>
          <a:bodyPr vert="horz" lIns="91440" tIns="45720" rIns="91440" bIns="45720" rtlCol="0" anchor="ctr"/>
          <a:lstStyle>
            <a:lvl1pPr algn="r">
              <a:defRPr sz="2640">
                <a:solidFill>
                  <a:schemeClr val="tx1">
                    <a:tint val="75000"/>
                  </a:schemeClr>
                </a:solidFill>
              </a:defRPr>
            </a:lvl1pPr>
          </a:lstStyle>
          <a:p>
            <a:fld id="{9C711E10-3972-4F80-887B-279E0DAA133D}" type="slidenum">
              <a:rPr lang="en-CA" smtClean="0"/>
              <a:t>‹#›</a:t>
            </a:fld>
            <a:endParaRPr lang="en-CA"/>
          </a:p>
        </p:txBody>
      </p:sp>
    </p:spTree>
    <p:extLst>
      <p:ext uri="{BB962C8B-B14F-4D97-AF65-F5344CB8AC3E}">
        <p14:creationId xmlns:p14="http://schemas.microsoft.com/office/powerpoint/2010/main" val="400416720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2011680" rtl="0" eaLnBrk="1" latinLnBrk="0" hangingPunct="1">
        <a:lnSpc>
          <a:spcPct val="90000"/>
        </a:lnSpc>
        <a:spcBef>
          <a:spcPct val="0"/>
        </a:spcBef>
        <a:buNone/>
        <a:defRPr sz="9680" kern="1200">
          <a:solidFill>
            <a:schemeClr val="tx1"/>
          </a:solidFill>
          <a:latin typeface="+mj-lt"/>
          <a:ea typeface="+mj-ea"/>
          <a:cs typeface="+mj-cs"/>
        </a:defRPr>
      </a:lvl1pPr>
    </p:titleStyle>
    <p:bodyStyle>
      <a:lvl1pPr marL="502920" indent="-502920" algn="l" defTabSz="2011680" rtl="0" eaLnBrk="1" latinLnBrk="0" hangingPunct="1">
        <a:lnSpc>
          <a:spcPct val="90000"/>
        </a:lnSpc>
        <a:spcBef>
          <a:spcPts val="2200"/>
        </a:spcBef>
        <a:buFont typeface="Arial" panose="020B0604020202020204" pitchFamily="34" charset="0"/>
        <a:buChar char="•"/>
        <a:defRPr sz="6160" kern="1200">
          <a:solidFill>
            <a:schemeClr val="tx1"/>
          </a:solidFill>
          <a:latin typeface="+mn-lt"/>
          <a:ea typeface="+mn-ea"/>
          <a:cs typeface="+mn-cs"/>
        </a:defRPr>
      </a:lvl1pPr>
      <a:lvl2pPr marL="1508760" indent="-502920" algn="l" defTabSz="2011680" rtl="0" eaLnBrk="1" latinLnBrk="0" hangingPunct="1">
        <a:lnSpc>
          <a:spcPct val="90000"/>
        </a:lnSpc>
        <a:spcBef>
          <a:spcPts val="1100"/>
        </a:spcBef>
        <a:buFont typeface="Arial" panose="020B0604020202020204" pitchFamily="34" charset="0"/>
        <a:buChar char="•"/>
        <a:defRPr sz="5280" kern="1200">
          <a:solidFill>
            <a:schemeClr val="tx1"/>
          </a:solidFill>
          <a:latin typeface="+mn-lt"/>
          <a:ea typeface="+mn-ea"/>
          <a:cs typeface="+mn-cs"/>
        </a:defRPr>
      </a:lvl2pPr>
      <a:lvl3pPr marL="2514600" indent="-502920" algn="l" defTabSz="2011680" rtl="0" eaLnBrk="1" latinLnBrk="0" hangingPunct="1">
        <a:lnSpc>
          <a:spcPct val="90000"/>
        </a:lnSpc>
        <a:spcBef>
          <a:spcPts val="1100"/>
        </a:spcBef>
        <a:buFont typeface="Arial" panose="020B0604020202020204" pitchFamily="34" charset="0"/>
        <a:buChar char="•"/>
        <a:defRPr sz="4400" kern="1200">
          <a:solidFill>
            <a:schemeClr val="tx1"/>
          </a:solidFill>
          <a:latin typeface="+mn-lt"/>
          <a:ea typeface="+mn-ea"/>
          <a:cs typeface="+mn-cs"/>
        </a:defRPr>
      </a:lvl3pPr>
      <a:lvl4pPr marL="352044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4pPr>
      <a:lvl5pPr marL="452628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5pPr>
      <a:lvl6pPr marL="553212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6pPr>
      <a:lvl7pPr marL="653796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7pPr>
      <a:lvl8pPr marL="754380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8pPr>
      <a:lvl9pPr marL="8549640" indent="-502920" algn="l" defTabSz="2011680" rtl="0" eaLnBrk="1" latinLnBrk="0" hangingPunct="1">
        <a:lnSpc>
          <a:spcPct val="90000"/>
        </a:lnSpc>
        <a:spcBef>
          <a:spcPts val="1100"/>
        </a:spcBef>
        <a:buFont typeface="Arial" panose="020B0604020202020204" pitchFamily="34" charset="0"/>
        <a:buChar char="•"/>
        <a:defRPr sz="3960" kern="1200">
          <a:solidFill>
            <a:schemeClr val="tx1"/>
          </a:solidFill>
          <a:latin typeface="+mn-lt"/>
          <a:ea typeface="+mn-ea"/>
          <a:cs typeface="+mn-cs"/>
        </a:defRPr>
      </a:lvl9pPr>
    </p:bodyStyle>
    <p:otherStyle>
      <a:defPPr>
        <a:defRPr lang="en-US"/>
      </a:defPPr>
      <a:lvl1pPr marL="0" algn="l" defTabSz="2011680" rtl="0" eaLnBrk="1" latinLnBrk="0" hangingPunct="1">
        <a:defRPr sz="3960" kern="1200">
          <a:solidFill>
            <a:schemeClr val="tx1"/>
          </a:solidFill>
          <a:latin typeface="+mn-lt"/>
          <a:ea typeface="+mn-ea"/>
          <a:cs typeface="+mn-cs"/>
        </a:defRPr>
      </a:lvl1pPr>
      <a:lvl2pPr marL="1005840" algn="l" defTabSz="2011680" rtl="0" eaLnBrk="1" latinLnBrk="0" hangingPunct="1">
        <a:defRPr sz="3960" kern="1200">
          <a:solidFill>
            <a:schemeClr val="tx1"/>
          </a:solidFill>
          <a:latin typeface="+mn-lt"/>
          <a:ea typeface="+mn-ea"/>
          <a:cs typeface="+mn-cs"/>
        </a:defRPr>
      </a:lvl2pPr>
      <a:lvl3pPr marL="2011680" algn="l" defTabSz="2011680" rtl="0" eaLnBrk="1" latinLnBrk="0" hangingPunct="1">
        <a:defRPr sz="3960" kern="1200">
          <a:solidFill>
            <a:schemeClr val="tx1"/>
          </a:solidFill>
          <a:latin typeface="+mn-lt"/>
          <a:ea typeface="+mn-ea"/>
          <a:cs typeface="+mn-cs"/>
        </a:defRPr>
      </a:lvl3pPr>
      <a:lvl4pPr marL="3017520" algn="l" defTabSz="2011680" rtl="0" eaLnBrk="1" latinLnBrk="0" hangingPunct="1">
        <a:defRPr sz="3960" kern="1200">
          <a:solidFill>
            <a:schemeClr val="tx1"/>
          </a:solidFill>
          <a:latin typeface="+mn-lt"/>
          <a:ea typeface="+mn-ea"/>
          <a:cs typeface="+mn-cs"/>
        </a:defRPr>
      </a:lvl4pPr>
      <a:lvl5pPr marL="4023360" algn="l" defTabSz="2011680" rtl="0" eaLnBrk="1" latinLnBrk="0" hangingPunct="1">
        <a:defRPr sz="3960" kern="1200">
          <a:solidFill>
            <a:schemeClr val="tx1"/>
          </a:solidFill>
          <a:latin typeface="+mn-lt"/>
          <a:ea typeface="+mn-ea"/>
          <a:cs typeface="+mn-cs"/>
        </a:defRPr>
      </a:lvl5pPr>
      <a:lvl6pPr marL="5029200" algn="l" defTabSz="2011680" rtl="0" eaLnBrk="1" latinLnBrk="0" hangingPunct="1">
        <a:defRPr sz="3960" kern="1200">
          <a:solidFill>
            <a:schemeClr val="tx1"/>
          </a:solidFill>
          <a:latin typeface="+mn-lt"/>
          <a:ea typeface="+mn-ea"/>
          <a:cs typeface="+mn-cs"/>
        </a:defRPr>
      </a:lvl6pPr>
      <a:lvl7pPr marL="6035040" algn="l" defTabSz="2011680" rtl="0" eaLnBrk="1" latinLnBrk="0" hangingPunct="1">
        <a:defRPr sz="3960" kern="1200">
          <a:solidFill>
            <a:schemeClr val="tx1"/>
          </a:solidFill>
          <a:latin typeface="+mn-lt"/>
          <a:ea typeface="+mn-ea"/>
          <a:cs typeface="+mn-cs"/>
        </a:defRPr>
      </a:lvl7pPr>
      <a:lvl8pPr marL="7040880" algn="l" defTabSz="2011680" rtl="0" eaLnBrk="1" latinLnBrk="0" hangingPunct="1">
        <a:defRPr sz="3960" kern="1200">
          <a:solidFill>
            <a:schemeClr val="tx1"/>
          </a:solidFill>
          <a:latin typeface="+mn-lt"/>
          <a:ea typeface="+mn-ea"/>
          <a:cs typeface="+mn-cs"/>
        </a:defRPr>
      </a:lvl8pPr>
      <a:lvl9pPr marL="8046720" algn="l" defTabSz="2011680" rtl="0" eaLnBrk="1" latinLnBrk="0" hangingPunct="1">
        <a:defRPr sz="3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4" name="Straight Arrow Connector 163"/>
          <p:cNvCxnSpPr>
            <a:cxnSpLocks/>
            <a:stCxn id="131" idx="3"/>
            <a:endCxn id="162" idx="1"/>
          </p:cNvCxnSpPr>
          <p:nvPr/>
        </p:nvCxnSpPr>
        <p:spPr>
          <a:xfrm>
            <a:off x="5504559" y="8218501"/>
            <a:ext cx="6493446" cy="23049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6" name="Rectangle 145"/>
          <p:cNvSpPr/>
          <p:nvPr/>
        </p:nvSpPr>
        <p:spPr>
          <a:xfrm>
            <a:off x="906668" y="7956956"/>
            <a:ext cx="984470" cy="742295"/>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EESC 101</a:t>
            </a:r>
          </a:p>
          <a:p>
            <a:pPr algn="ctr"/>
            <a:r>
              <a:rPr lang="en-CA" sz="1200" dirty="0">
                <a:solidFill>
                  <a:schemeClr val="tx1"/>
                </a:solidFill>
              </a:rPr>
              <a:t>Env. Sc.</a:t>
            </a:r>
          </a:p>
        </p:txBody>
      </p:sp>
      <p:sp>
        <p:nvSpPr>
          <p:cNvPr id="147" name="Rectangle 146"/>
          <p:cNvSpPr/>
          <p:nvPr/>
        </p:nvSpPr>
        <p:spPr>
          <a:xfrm>
            <a:off x="2202660" y="7972213"/>
            <a:ext cx="964173" cy="748625"/>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EESC 111</a:t>
            </a:r>
          </a:p>
          <a:p>
            <a:pPr algn="ctr"/>
            <a:r>
              <a:rPr lang="en-CA" sz="1200" dirty="0">
                <a:solidFill>
                  <a:schemeClr val="tx1"/>
                </a:solidFill>
              </a:rPr>
              <a:t>Earth Sc.</a:t>
            </a:r>
          </a:p>
        </p:txBody>
      </p:sp>
      <p:sp>
        <p:nvSpPr>
          <p:cNvPr id="148" name="Rectangle 147"/>
          <p:cNvSpPr/>
          <p:nvPr/>
        </p:nvSpPr>
        <p:spPr>
          <a:xfrm>
            <a:off x="5884450" y="7962883"/>
            <a:ext cx="1512000" cy="52308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EESC 205 </a:t>
            </a:r>
          </a:p>
          <a:p>
            <a:pPr algn="ctr"/>
            <a:r>
              <a:rPr lang="en-CA" sz="1200" dirty="0">
                <a:solidFill>
                  <a:schemeClr val="tx1"/>
                </a:solidFill>
              </a:rPr>
              <a:t>Intro to Hydrology</a:t>
            </a:r>
          </a:p>
        </p:txBody>
      </p:sp>
      <p:sp>
        <p:nvSpPr>
          <p:cNvPr id="151" name="Rectangle 150"/>
          <p:cNvSpPr/>
          <p:nvPr/>
        </p:nvSpPr>
        <p:spPr>
          <a:xfrm>
            <a:off x="3987034" y="10400048"/>
            <a:ext cx="1396240" cy="60418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BIOL 201 </a:t>
            </a:r>
          </a:p>
          <a:p>
            <a:pPr algn="ctr"/>
            <a:r>
              <a:rPr lang="en-CA" sz="1200" dirty="0">
                <a:solidFill>
                  <a:schemeClr val="tx1"/>
                </a:solidFill>
              </a:rPr>
              <a:t>Intro to Evolution and Ecology</a:t>
            </a:r>
          </a:p>
        </p:txBody>
      </p:sp>
      <p:cxnSp>
        <p:nvCxnSpPr>
          <p:cNvPr id="155" name="Straight Arrow Connector 154"/>
          <p:cNvCxnSpPr>
            <a:cxnSpLocks/>
            <a:stCxn id="151" idx="3"/>
            <a:endCxn id="205" idx="1"/>
          </p:cNvCxnSpPr>
          <p:nvPr/>
        </p:nvCxnSpPr>
        <p:spPr>
          <a:xfrm flipV="1">
            <a:off x="5383274" y="10140629"/>
            <a:ext cx="2860583" cy="56151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cxnSpLocks/>
            <a:stCxn id="148" idx="3"/>
            <a:endCxn id="162" idx="1"/>
          </p:cNvCxnSpPr>
          <p:nvPr/>
        </p:nvCxnSpPr>
        <p:spPr>
          <a:xfrm>
            <a:off x="7396450" y="8224428"/>
            <a:ext cx="4601555" cy="229905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9" name="Rectangle 158"/>
          <p:cNvSpPr/>
          <p:nvPr/>
        </p:nvSpPr>
        <p:spPr>
          <a:xfrm>
            <a:off x="909726" y="9084307"/>
            <a:ext cx="1005840" cy="6096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Math 100</a:t>
            </a:r>
          </a:p>
          <a:p>
            <a:pPr algn="ctr"/>
            <a:r>
              <a:rPr lang="en-CA" sz="1200" dirty="0">
                <a:solidFill>
                  <a:schemeClr val="tx1"/>
                </a:solidFill>
              </a:rPr>
              <a:t>Calculus</a:t>
            </a:r>
          </a:p>
        </p:txBody>
      </p:sp>
      <p:sp>
        <p:nvSpPr>
          <p:cNvPr id="163" name="Rectangle 162"/>
          <p:cNvSpPr/>
          <p:nvPr/>
        </p:nvSpPr>
        <p:spPr>
          <a:xfrm>
            <a:off x="2245872" y="9084307"/>
            <a:ext cx="964173" cy="6096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Math 101</a:t>
            </a:r>
          </a:p>
          <a:p>
            <a:pPr algn="ctr"/>
            <a:r>
              <a:rPr lang="en-CA" sz="1200" dirty="0">
                <a:solidFill>
                  <a:schemeClr val="tx1"/>
                </a:solidFill>
              </a:rPr>
              <a:t>Calculus w Applications</a:t>
            </a:r>
          </a:p>
        </p:txBody>
      </p:sp>
      <p:sp>
        <p:nvSpPr>
          <p:cNvPr id="167" name="Rectangle 166"/>
          <p:cNvSpPr/>
          <p:nvPr/>
        </p:nvSpPr>
        <p:spPr>
          <a:xfrm>
            <a:off x="4000319" y="13737404"/>
            <a:ext cx="3240000" cy="1278964"/>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Communications Requirement:</a:t>
            </a:r>
          </a:p>
          <a:p>
            <a:pPr algn="ctr"/>
            <a:r>
              <a:rPr lang="en-US" sz="1200" dirty="0">
                <a:solidFill>
                  <a:schemeClr val="tx1"/>
                </a:solidFill>
              </a:rPr>
              <a:t>6 credits from ENGL 109, 112, 113, 114, 150, 151, 153, 154, 155, 156, or program-approved communications courses (APSC 176, APSC 201, BIOL 313, UBCV ENGL 301 Distance Ed)</a:t>
            </a:r>
          </a:p>
          <a:p>
            <a:pPr algn="ctr"/>
            <a:endParaRPr lang="en-CA" sz="1200" dirty="0">
              <a:solidFill>
                <a:schemeClr val="tx1"/>
              </a:solidFill>
            </a:endParaRPr>
          </a:p>
        </p:txBody>
      </p:sp>
      <p:sp>
        <p:nvSpPr>
          <p:cNvPr id="169" name="Rectangle 168"/>
          <p:cNvSpPr/>
          <p:nvPr/>
        </p:nvSpPr>
        <p:spPr>
          <a:xfrm>
            <a:off x="895837" y="10312826"/>
            <a:ext cx="973525" cy="838728"/>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BIOL 116 </a:t>
            </a:r>
            <a:r>
              <a:rPr lang="en-CA" sz="1200" dirty="0">
                <a:solidFill>
                  <a:schemeClr val="tx1"/>
                </a:solidFill>
              </a:rPr>
              <a:t>Biology for Sc. Majors</a:t>
            </a:r>
            <a:endParaRPr lang="en-CA" sz="1200" i="1" dirty="0">
              <a:solidFill>
                <a:schemeClr val="tx1"/>
              </a:solidFill>
            </a:endParaRPr>
          </a:p>
        </p:txBody>
      </p:sp>
      <p:sp>
        <p:nvSpPr>
          <p:cNvPr id="170" name="Rectangle 169"/>
          <p:cNvSpPr/>
          <p:nvPr/>
        </p:nvSpPr>
        <p:spPr>
          <a:xfrm>
            <a:off x="2246554" y="10306729"/>
            <a:ext cx="920279" cy="836968"/>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BIOL 125 </a:t>
            </a:r>
            <a:r>
              <a:rPr lang="en-CA" sz="1200" dirty="0">
                <a:solidFill>
                  <a:schemeClr val="tx1"/>
                </a:solidFill>
              </a:rPr>
              <a:t>Biology for Science Majors II</a:t>
            </a:r>
          </a:p>
        </p:txBody>
      </p:sp>
      <p:sp>
        <p:nvSpPr>
          <p:cNvPr id="184" name="Rectangle 183"/>
          <p:cNvSpPr/>
          <p:nvPr/>
        </p:nvSpPr>
        <p:spPr>
          <a:xfrm>
            <a:off x="4050439" y="12660457"/>
            <a:ext cx="1512000" cy="534902"/>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CHEM 201 </a:t>
            </a:r>
          </a:p>
          <a:p>
            <a:pPr algn="ctr"/>
            <a:r>
              <a:rPr lang="en-CA" sz="1200" dirty="0">
                <a:solidFill>
                  <a:schemeClr val="tx1"/>
                </a:solidFill>
              </a:rPr>
              <a:t>Intro to P. Chemistry</a:t>
            </a:r>
          </a:p>
          <a:p>
            <a:pPr algn="ctr"/>
            <a:endParaRPr lang="en-CA" sz="1200" i="1" dirty="0">
              <a:solidFill>
                <a:schemeClr val="tx1"/>
              </a:solidFill>
            </a:endParaRPr>
          </a:p>
        </p:txBody>
      </p:sp>
      <p:sp>
        <p:nvSpPr>
          <p:cNvPr id="204" name="Rectangle 203"/>
          <p:cNvSpPr/>
          <p:nvPr/>
        </p:nvSpPr>
        <p:spPr>
          <a:xfrm>
            <a:off x="8352655" y="11548246"/>
            <a:ext cx="1512000" cy="10800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CHEM 301 Aqueous Environmental Chemistry</a:t>
            </a:r>
            <a:endParaRPr lang="en-CA" sz="1200" i="1" dirty="0">
              <a:solidFill>
                <a:schemeClr val="tx1"/>
              </a:solidFill>
            </a:endParaRPr>
          </a:p>
        </p:txBody>
      </p:sp>
      <p:sp>
        <p:nvSpPr>
          <p:cNvPr id="205" name="Rectangle 204"/>
          <p:cNvSpPr/>
          <p:nvPr/>
        </p:nvSpPr>
        <p:spPr>
          <a:xfrm>
            <a:off x="8243857" y="9735907"/>
            <a:ext cx="1512000" cy="809444"/>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BIOL 308 </a:t>
            </a:r>
          </a:p>
          <a:p>
            <a:pPr algn="ctr"/>
            <a:r>
              <a:rPr lang="en-CA" sz="1200" dirty="0">
                <a:solidFill>
                  <a:schemeClr val="tx1"/>
                </a:solidFill>
              </a:rPr>
              <a:t>Population Biology</a:t>
            </a:r>
          </a:p>
          <a:p>
            <a:pPr algn="ctr"/>
            <a:r>
              <a:rPr lang="en-CA" sz="1200" i="1" dirty="0">
                <a:solidFill>
                  <a:schemeClr val="tx1"/>
                </a:solidFill>
              </a:rPr>
              <a:t>(one of BIOL 201, 2003, GEOG 207)</a:t>
            </a:r>
          </a:p>
        </p:txBody>
      </p:sp>
      <p:sp>
        <p:nvSpPr>
          <p:cNvPr id="219" name="Rectangle 218"/>
          <p:cNvSpPr/>
          <p:nvPr/>
        </p:nvSpPr>
        <p:spPr>
          <a:xfrm>
            <a:off x="735240" y="7659609"/>
            <a:ext cx="2548485" cy="12649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220" name="Rectangle 219"/>
          <p:cNvSpPr/>
          <p:nvPr/>
        </p:nvSpPr>
        <p:spPr>
          <a:xfrm>
            <a:off x="3908165" y="7659608"/>
            <a:ext cx="3600000" cy="1264917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222" name="Rectangle 221"/>
          <p:cNvSpPr/>
          <p:nvPr/>
        </p:nvSpPr>
        <p:spPr>
          <a:xfrm>
            <a:off x="4027799" y="16294610"/>
            <a:ext cx="1534640" cy="136930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3 Credits Non-Science Elective Requirement</a:t>
            </a:r>
          </a:p>
          <a:p>
            <a:pPr algn="ctr"/>
            <a:r>
              <a:rPr lang="en-CA" sz="1200" dirty="0">
                <a:solidFill>
                  <a:schemeClr val="tx1"/>
                </a:solidFill>
              </a:rPr>
              <a:t>#1</a:t>
            </a:r>
          </a:p>
          <a:p>
            <a:pPr algn="ctr"/>
            <a:endParaRPr lang="en-CA" sz="1200" dirty="0">
              <a:solidFill>
                <a:schemeClr val="tx1"/>
              </a:solidFill>
            </a:endParaRPr>
          </a:p>
        </p:txBody>
      </p:sp>
      <p:sp>
        <p:nvSpPr>
          <p:cNvPr id="241" name="TextBox 240"/>
          <p:cNvSpPr txBox="1"/>
          <p:nvPr/>
        </p:nvSpPr>
        <p:spPr>
          <a:xfrm>
            <a:off x="3908164" y="26245113"/>
            <a:ext cx="3711835" cy="4154984"/>
          </a:xfrm>
          <a:prstGeom prst="rect">
            <a:avLst/>
          </a:prstGeom>
          <a:noFill/>
        </p:spPr>
        <p:txBody>
          <a:bodyPr wrap="square" rtlCol="0">
            <a:spAutoFit/>
          </a:bodyPr>
          <a:lstStyle/>
          <a:p>
            <a:r>
              <a:rPr lang="en-CA" sz="1200" dirty="0"/>
              <a:t>Notes: </a:t>
            </a:r>
          </a:p>
          <a:p>
            <a:pPr marL="228609" indent="-228609">
              <a:buFontTx/>
              <a:buAutoNum type="arabicPeriod"/>
            </a:pPr>
            <a:r>
              <a:rPr lang="en-CA" sz="1200" dirty="0"/>
              <a:t>The university requires programs to have 6 credits of electives in Years 1 and 2.  The Calendar lists EESC 212 in Year 3, and 6 credits of electives in Year 2.  Students have the option to choose to take EESC 212 in 2</a:t>
            </a:r>
            <a:r>
              <a:rPr lang="en-CA" sz="1200" baseline="30000" dirty="0"/>
              <a:t>nd</a:t>
            </a:r>
            <a:r>
              <a:rPr lang="en-CA" sz="1200" dirty="0"/>
              <a:t> year, or in 2nd Term of Third year as in the calendar.   Both work equally for program progression.  In some cases electing to take EESC 212 in Year 2 may make scheduling easier in Year 3.  See an advisor.  If you take EESC 212 in 2</a:t>
            </a:r>
            <a:r>
              <a:rPr lang="en-CA" sz="1200" baseline="30000" dirty="0"/>
              <a:t>nd</a:t>
            </a:r>
            <a:r>
              <a:rPr lang="en-CA" sz="1200" dirty="0"/>
              <a:t> term third year, then take another 3 credits of Electives in Term 2 Year 2.</a:t>
            </a:r>
          </a:p>
          <a:p>
            <a:pPr marL="228609" indent="-228609">
              <a:buFontTx/>
              <a:buAutoNum type="arabicPeriod"/>
            </a:pPr>
            <a:r>
              <a:rPr lang="en-CA" sz="1200" dirty="0"/>
              <a:t>Only selected prerequisites have been shown for important connections. Check the calendar for a full listing.</a:t>
            </a:r>
          </a:p>
          <a:p>
            <a:pPr marL="228609" indent="-228609">
              <a:buFontTx/>
              <a:buAutoNum type="arabicPeriod"/>
            </a:pPr>
            <a:r>
              <a:rPr lang="en-CA" sz="1200" dirty="0"/>
              <a:t>If you are electing not to take 5 courses per term, then student should see an advisor to determine which courses to not take.  </a:t>
            </a:r>
          </a:p>
          <a:p>
            <a:pPr marL="228609" indent="-228609">
              <a:buAutoNum type="arabicPeriod"/>
            </a:pPr>
            <a:r>
              <a:rPr lang="en-CA" sz="1200" dirty="0"/>
              <a:t>Students are advised not to delay other 200 level BIOL or CHEM courses to 3</a:t>
            </a:r>
            <a:r>
              <a:rPr lang="en-CA" sz="1200" baseline="30000" dirty="0"/>
              <a:t>rd</a:t>
            </a:r>
            <a:r>
              <a:rPr lang="en-CA" sz="1200" dirty="0"/>
              <a:t> year as these are hard prerequisites for other upper level required BIOL and CHEM courses. </a:t>
            </a:r>
          </a:p>
        </p:txBody>
      </p:sp>
      <p:sp>
        <p:nvSpPr>
          <p:cNvPr id="242" name="Rectangle 241"/>
          <p:cNvSpPr/>
          <p:nvPr/>
        </p:nvSpPr>
        <p:spPr>
          <a:xfrm>
            <a:off x="14119391" y="19351333"/>
            <a:ext cx="3314784" cy="85313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3 credits General Science Electives</a:t>
            </a:r>
          </a:p>
          <a:p>
            <a:pPr algn="ctr"/>
            <a:r>
              <a:rPr lang="en-CA" sz="1200">
                <a:solidFill>
                  <a:schemeClr val="tx1"/>
                </a:solidFill>
              </a:rPr>
              <a:t>Or None if </a:t>
            </a:r>
            <a:r>
              <a:rPr lang="en-CA" sz="1200" dirty="0">
                <a:solidFill>
                  <a:schemeClr val="tx1"/>
                </a:solidFill>
              </a:rPr>
              <a:t>summer course already taken.</a:t>
            </a:r>
          </a:p>
          <a:p>
            <a:pPr algn="ctr"/>
            <a:r>
              <a:rPr lang="en-CA" sz="1200" dirty="0">
                <a:solidFill>
                  <a:schemeClr val="tx1"/>
                </a:solidFill>
              </a:rPr>
              <a:t>Between Non-Science and General Electives, 6 credits must by u/l.</a:t>
            </a:r>
          </a:p>
        </p:txBody>
      </p:sp>
      <p:sp>
        <p:nvSpPr>
          <p:cNvPr id="246" name="TextBox 245"/>
          <p:cNvSpPr txBox="1"/>
          <p:nvPr/>
        </p:nvSpPr>
        <p:spPr>
          <a:xfrm>
            <a:off x="8517627" y="26236652"/>
            <a:ext cx="3272082" cy="1938992"/>
          </a:xfrm>
          <a:prstGeom prst="rect">
            <a:avLst/>
          </a:prstGeom>
          <a:noFill/>
        </p:spPr>
        <p:txBody>
          <a:bodyPr wrap="square" rtlCol="0">
            <a:spAutoFit/>
          </a:bodyPr>
          <a:lstStyle/>
          <a:p>
            <a:r>
              <a:rPr lang="en-CA" sz="1200" dirty="0"/>
              <a:t>Notes: </a:t>
            </a:r>
          </a:p>
          <a:p>
            <a:pPr marL="228609" indent="-228609">
              <a:buAutoNum type="arabicPeriod"/>
            </a:pPr>
            <a:r>
              <a:rPr lang="en-CA" sz="1200" dirty="0"/>
              <a:t>EESC 313 and EESC 413 may be offered in alternating years.  Check with a program advisor to determine the order expected for your progression.</a:t>
            </a:r>
          </a:p>
          <a:p>
            <a:pPr marL="182570" indent="-182570"/>
            <a:r>
              <a:rPr lang="en-CA" sz="1200" dirty="0"/>
              <a:t>2. If you plan on choosing EESC 423 from this group,  it is suggested that it be taken in first term of 4</a:t>
            </a:r>
            <a:r>
              <a:rPr lang="en-CA" sz="1200" baseline="30000" dirty="0"/>
              <a:t>th</a:t>
            </a:r>
            <a:r>
              <a:rPr lang="en-CA" sz="1200" dirty="0"/>
              <a:t> year and an additional Arts or Science elective be taken in 3</a:t>
            </a:r>
            <a:r>
              <a:rPr lang="en-CA" sz="1200" baseline="30000" dirty="0"/>
              <a:t>rd</a:t>
            </a:r>
            <a:r>
              <a:rPr lang="en-CA" sz="1200" dirty="0"/>
              <a:t> year.</a:t>
            </a:r>
          </a:p>
          <a:p>
            <a:pPr marL="182570" indent="-182570"/>
            <a:endParaRPr lang="en-CA" sz="1200" dirty="0"/>
          </a:p>
        </p:txBody>
      </p:sp>
      <p:sp>
        <p:nvSpPr>
          <p:cNvPr id="247" name="Rectangle 246"/>
          <p:cNvSpPr/>
          <p:nvPr/>
        </p:nvSpPr>
        <p:spPr>
          <a:xfrm>
            <a:off x="8194660" y="7610697"/>
            <a:ext cx="3600000" cy="125937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251" name="Rectangle 250"/>
          <p:cNvSpPr/>
          <p:nvPr/>
        </p:nvSpPr>
        <p:spPr>
          <a:xfrm>
            <a:off x="2672326" y="23271902"/>
            <a:ext cx="1378113" cy="110751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Sept to Oct</a:t>
            </a:r>
          </a:p>
          <a:p>
            <a:pPr algn="ctr"/>
            <a:r>
              <a:rPr lang="en-CA" sz="1200" dirty="0">
                <a:solidFill>
                  <a:schemeClr val="tx1"/>
                </a:solidFill>
              </a:rPr>
              <a:t>Explore options with Go Global for 3</a:t>
            </a:r>
            <a:r>
              <a:rPr lang="en-CA" sz="1200" baseline="30000" dirty="0">
                <a:solidFill>
                  <a:schemeClr val="tx1"/>
                </a:solidFill>
              </a:rPr>
              <a:t>nd</a:t>
            </a:r>
            <a:r>
              <a:rPr lang="en-CA" sz="1200" dirty="0">
                <a:solidFill>
                  <a:schemeClr val="tx1"/>
                </a:solidFill>
              </a:rPr>
              <a:t> Year</a:t>
            </a:r>
          </a:p>
        </p:txBody>
      </p:sp>
      <p:sp>
        <p:nvSpPr>
          <p:cNvPr id="252" name="Rectangle 251"/>
          <p:cNvSpPr/>
          <p:nvPr/>
        </p:nvSpPr>
        <p:spPr>
          <a:xfrm>
            <a:off x="8537314" y="23358714"/>
            <a:ext cx="3252394" cy="938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Go Global ????</a:t>
            </a:r>
          </a:p>
        </p:txBody>
      </p:sp>
      <p:sp>
        <p:nvSpPr>
          <p:cNvPr id="253" name="Rectangle 252"/>
          <p:cNvSpPr/>
          <p:nvPr/>
        </p:nvSpPr>
        <p:spPr>
          <a:xfrm>
            <a:off x="8537314" y="24464701"/>
            <a:ext cx="1031479" cy="135915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August: Investigate and apply for Coop</a:t>
            </a:r>
          </a:p>
        </p:txBody>
      </p:sp>
      <p:sp>
        <p:nvSpPr>
          <p:cNvPr id="264" name="Rectangle 263"/>
          <p:cNvSpPr/>
          <p:nvPr/>
        </p:nvSpPr>
        <p:spPr>
          <a:xfrm>
            <a:off x="13989201" y="7659608"/>
            <a:ext cx="3772407" cy="126225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272" name="TextBox 271"/>
          <p:cNvSpPr txBox="1"/>
          <p:nvPr/>
        </p:nvSpPr>
        <p:spPr>
          <a:xfrm>
            <a:off x="13989200" y="26293985"/>
            <a:ext cx="3772407" cy="2308324"/>
          </a:xfrm>
          <a:prstGeom prst="rect">
            <a:avLst/>
          </a:prstGeom>
          <a:noFill/>
        </p:spPr>
        <p:txBody>
          <a:bodyPr wrap="square" rtlCol="0">
            <a:spAutoFit/>
          </a:bodyPr>
          <a:lstStyle/>
          <a:p>
            <a:r>
              <a:rPr lang="en-CA" sz="1200" dirty="0"/>
              <a:t>Notes:</a:t>
            </a:r>
          </a:p>
          <a:p>
            <a:pPr marL="228600" indent="-228600">
              <a:buAutoNum type="arabicPeriod"/>
            </a:pPr>
            <a:r>
              <a:rPr lang="en-CA" sz="1200" dirty="0"/>
              <a:t>Honours program admission requires a minimum 76% overall grade average.</a:t>
            </a:r>
          </a:p>
          <a:p>
            <a:pPr marL="228600" indent="-228600">
              <a:buAutoNum type="arabicPeriod"/>
            </a:pPr>
            <a:r>
              <a:rPr lang="en-CA" sz="1200" dirty="0"/>
              <a:t>EESC 313 and EESC 413 may be offered in alternating years.  Check with a program advisor to determine the order expected for your progression.</a:t>
            </a:r>
          </a:p>
          <a:p>
            <a:pPr marL="228600" indent="-228600">
              <a:buAutoNum type="arabicPeriod"/>
            </a:pPr>
            <a:r>
              <a:rPr lang="en-CA" sz="1200" dirty="0"/>
              <a:t>If you plan to take a field course after 4</a:t>
            </a:r>
            <a:r>
              <a:rPr lang="en-CA" sz="1200" baseline="30000" dirty="0"/>
              <a:t>th</a:t>
            </a:r>
            <a:r>
              <a:rPr lang="en-CA" sz="1200" dirty="0"/>
              <a:t> year, and need the credits to graduate, please see an advisor early.  The Dean’s office needs to make special note for graduation applications where a May course is part of the 120 credits.</a:t>
            </a:r>
          </a:p>
          <a:p>
            <a:pPr marL="228600" indent="-228600">
              <a:buAutoNum type="arabicPeriod"/>
            </a:pPr>
            <a:endParaRPr lang="en-CA" sz="1200" dirty="0"/>
          </a:p>
        </p:txBody>
      </p:sp>
      <p:sp>
        <p:nvSpPr>
          <p:cNvPr id="274" name="Rectangle 273"/>
          <p:cNvSpPr/>
          <p:nvPr/>
        </p:nvSpPr>
        <p:spPr>
          <a:xfrm>
            <a:off x="9677347" y="24464701"/>
            <a:ext cx="961443" cy="135915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September to January investigate research project for URA/USRA</a:t>
            </a:r>
          </a:p>
        </p:txBody>
      </p:sp>
      <p:sp>
        <p:nvSpPr>
          <p:cNvPr id="275" name="Rectangle 274"/>
          <p:cNvSpPr/>
          <p:nvPr/>
        </p:nvSpPr>
        <p:spPr>
          <a:xfrm>
            <a:off x="10727689" y="24447995"/>
            <a:ext cx="1062019" cy="137586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Jan  to March</a:t>
            </a:r>
          </a:p>
          <a:p>
            <a:pPr algn="ctr"/>
            <a:r>
              <a:rPr lang="en-CA" sz="1200" dirty="0">
                <a:solidFill>
                  <a:schemeClr val="tx1"/>
                </a:solidFill>
              </a:rPr>
              <a:t>Investigate Honours Program and Honours thesis.</a:t>
            </a:r>
          </a:p>
        </p:txBody>
      </p:sp>
      <p:sp>
        <p:nvSpPr>
          <p:cNvPr id="276" name="TextBox 275"/>
          <p:cNvSpPr txBox="1"/>
          <p:nvPr/>
        </p:nvSpPr>
        <p:spPr>
          <a:xfrm>
            <a:off x="685801" y="24141535"/>
            <a:ext cx="1518364" cy="646331"/>
          </a:xfrm>
          <a:prstGeom prst="rect">
            <a:avLst/>
          </a:prstGeom>
          <a:noFill/>
        </p:spPr>
        <p:txBody>
          <a:bodyPr wrap="none" rtlCol="0">
            <a:spAutoFit/>
          </a:bodyPr>
          <a:lstStyle/>
          <a:p>
            <a:r>
              <a:rPr lang="en-CA" sz="1800" b="1" dirty="0"/>
              <a:t>Additional </a:t>
            </a:r>
          </a:p>
          <a:p>
            <a:r>
              <a:rPr lang="en-CA" sz="1800" b="1" dirty="0"/>
              <a:t>Opportunities</a:t>
            </a:r>
          </a:p>
        </p:txBody>
      </p:sp>
      <p:sp>
        <p:nvSpPr>
          <p:cNvPr id="277" name="Rectangle 276"/>
          <p:cNvSpPr/>
          <p:nvPr/>
        </p:nvSpPr>
        <p:spPr>
          <a:xfrm>
            <a:off x="12497304" y="23378823"/>
            <a:ext cx="1258812" cy="2409959"/>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Investigate Graduate School Options</a:t>
            </a:r>
          </a:p>
        </p:txBody>
      </p:sp>
      <p:sp>
        <p:nvSpPr>
          <p:cNvPr id="278" name="Rectangle 277"/>
          <p:cNvSpPr/>
          <p:nvPr/>
        </p:nvSpPr>
        <p:spPr>
          <a:xfrm>
            <a:off x="14236624" y="23368787"/>
            <a:ext cx="1494309" cy="2413479"/>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Sept/Oct: NSERC Scholarships and enquiries to specific Professors/programs about graduate schools.</a:t>
            </a:r>
          </a:p>
        </p:txBody>
      </p:sp>
      <p:sp>
        <p:nvSpPr>
          <p:cNvPr id="279" name="Rectangle 278"/>
          <p:cNvSpPr/>
          <p:nvPr/>
        </p:nvSpPr>
        <p:spPr>
          <a:xfrm>
            <a:off x="16230715" y="23368787"/>
            <a:ext cx="1408313" cy="92020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Dec/Jan: Deadlines for most graduate schools fall in this range</a:t>
            </a:r>
          </a:p>
        </p:txBody>
      </p:sp>
      <p:sp>
        <p:nvSpPr>
          <p:cNvPr id="282" name="Rectangle 281"/>
          <p:cNvSpPr/>
          <p:nvPr/>
        </p:nvSpPr>
        <p:spPr>
          <a:xfrm>
            <a:off x="2842731" y="20854366"/>
            <a:ext cx="1549707" cy="716039"/>
          </a:xfrm>
          <a:prstGeom prst="rect">
            <a:avLst/>
          </a:prstGeom>
          <a:solidFill>
            <a:srgbClr val="FFCCCC">
              <a:alpha val="5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Declare Major on Registration</a:t>
            </a:r>
          </a:p>
        </p:txBody>
      </p:sp>
      <p:cxnSp>
        <p:nvCxnSpPr>
          <p:cNvPr id="284" name="Straight Connector 283"/>
          <p:cNvCxnSpPr/>
          <p:nvPr/>
        </p:nvCxnSpPr>
        <p:spPr>
          <a:xfrm flipV="1">
            <a:off x="704851" y="26055430"/>
            <a:ext cx="18959268" cy="121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5" name="Straight Connector 284"/>
          <p:cNvCxnSpPr/>
          <p:nvPr/>
        </p:nvCxnSpPr>
        <p:spPr>
          <a:xfrm flipV="1">
            <a:off x="704851" y="23102848"/>
            <a:ext cx="18959268" cy="863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86" name="Straight Connector 285"/>
          <p:cNvCxnSpPr/>
          <p:nvPr/>
        </p:nvCxnSpPr>
        <p:spPr>
          <a:xfrm flipV="1">
            <a:off x="704851" y="20493268"/>
            <a:ext cx="19078883" cy="97713"/>
          </a:xfrm>
          <a:prstGeom prst="line">
            <a:avLst/>
          </a:prstGeom>
        </p:spPr>
        <p:style>
          <a:lnRef idx="1">
            <a:schemeClr val="accent1"/>
          </a:lnRef>
          <a:fillRef idx="0">
            <a:schemeClr val="accent1"/>
          </a:fillRef>
          <a:effectRef idx="0">
            <a:schemeClr val="accent1"/>
          </a:effectRef>
          <a:fontRef idx="minor">
            <a:schemeClr val="tx1"/>
          </a:fontRef>
        </p:style>
      </p:cxnSp>
      <p:sp>
        <p:nvSpPr>
          <p:cNvPr id="287" name="TextBox 286"/>
          <p:cNvSpPr txBox="1"/>
          <p:nvPr/>
        </p:nvSpPr>
        <p:spPr>
          <a:xfrm>
            <a:off x="648038" y="20664681"/>
            <a:ext cx="1292022" cy="1200329"/>
          </a:xfrm>
          <a:prstGeom prst="rect">
            <a:avLst/>
          </a:prstGeom>
          <a:noFill/>
        </p:spPr>
        <p:txBody>
          <a:bodyPr wrap="square" rtlCol="0">
            <a:spAutoFit/>
          </a:bodyPr>
          <a:lstStyle/>
          <a:p>
            <a:r>
              <a:rPr lang="en-CA" sz="1800" b="1" dirty="0"/>
              <a:t>Key Program Decisions</a:t>
            </a:r>
          </a:p>
          <a:p>
            <a:endParaRPr lang="en-CA" sz="1800" b="1" dirty="0"/>
          </a:p>
        </p:txBody>
      </p:sp>
      <p:sp>
        <p:nvSpPr>
          <p:cNvPr id="288" name="Rectangle 287"/>
          <p:cNvSpPr/>
          <p:nvPr/>
        </p:nvSpPr>
        <p:spPr>
          <a:xfrm>
            <a:off x="14234214" y="20751825"/>
            <a:ext cx="1144826" cy="1358187"/>
          </a:xfrm>
          <a:prstGeom prst="rect">
            <a:avLst/>
          </a:prstGeom>
          <a:solidFill>
            <a:srgbClr val="FFCCCC">
              <a:alpha val="5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Sept to Oct </a:t>
            </a:r>
          </a:p>
          <a:p>
            <a:pPr algn="ctr"/>
            <a:r>
              <a:rPr lang="en-CA" sz="1200" dirty="0">
                <a:solidFill>
                  <a:schemeClr val="tx1"/>
                </a:solidFill>
              </a:rPr>
              <a:t>Decision required on attending graduate school in following year</a:t>
            </a:r>
          </a:p>
        </p:txBody>
      </p:sp>
      <p:sp>
        <p:nvSpPr>
          <p:cNvPr id="289" name="TextBox 288"/>
          <p:cNvSpPr txBox="1"/>
          <p:nvPr/>
        </p:nvSpPr>
        <p:spPr>
          <a:xfrm>
            <a:off x="685802" y="26146439"/>
            <a:ext cx="2597924" cy="4154984"/>
          </a:xfrm>
          <a:prstGeom prst="rect">
            <a:avLst/>
          </a:prstGeom>
          <a:noFill/>
        </p:spPr>
        <p:txBody>
          <a:bodyPr wrap="square" rtlCol="0">
            <a:spAutoFit/>
          </a:bodyPr>
          <a:lstStyle/>
          <a:p>
            <a:r>
              <a:rPr lang="en-CA" sz="1200" dirty="0"/>
              <a:t>Notes: </a:t>
            </a:r>
          </a:p>
          <a:p>
            <a:pPr marL="228609" indent="-228609">
              <a:buFontTx/>
              <a:buAutoNum type="arabicPeriod"/>
            </a:pPr>
            <a:r>
              <a:rPr lang="en-CA" sz="1200" dirty="0"/>
              <a:t>Only selected prerequisites have been shown for important connections. Check the calendar for a full listing.</a:t>
            </a:r>
          </a:p>
          <a:p>
            <a:pPr marL="228609" indent="-228609">
              <a:buAutoNum type="arabicPeriod"/>
            </a:pPr>
            <a:r>
              <a:rPr lang="en-CA" sz="1200" dirty="0"/>
              <a:t>6 credits of English are required from a variety of English courses.  ENGL 112 and 153 are recommended.</a:t>
            </a:r>
          </a:p>
          <a:p>
            <a:pPr marL="228609" indent="-228609">
              <a:buAutoNum type="arabicPeriod"/>
            </a:pPr>
            <a:r>
              <a:rPr lang="en-CA" sz="1200" dirty="0"/>
              <a:t>The pairing of chemistry and physics courses is as shown in the calendar.  Other pairings of first and second term courses may be possible.</a:t>
            </a:r>
          </a:p>
          <a:p>
            <a:pPr marL="228609" indent="-228609">
              <a:buAutoNum type="arabicPeriod"/>
            </a:pPr>
            <a:r>
              <a:rPr lang="en-CA" sz="1200" dirty="0"/>
              <a:t>If you do feel not up to taking 5 science courses in first year, then Physics is the science that should be delayed until second year.  Chemistry, EESC and Biology courses should not be delayed, otherwise delays in degree progression will occur.</a:t>
            </a:r>
          </a:p>
        </p:txBody>
      </p:sp>
      <p:sp>
        <p:nvSpPr>
          <p:cNvPr id="110" name="Rectangle 109"/>
          <p:cNvSpPr/>
          <p:nvPr/>
        </p:nvSpPr>
        <p:spPr>
          <a:xfrm>
            <a:off x="735240" y="720576"/>
            <a:ext cx="18794316" cy="194846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4400" b="1" u="sng" dirty="0">
                <a:solidFill>
                  <a:schemeClr val="tx1"/>
                </a:solidFill>
              </a:rPr>
              <a:t>UBCO Freshwater Science:</a:t>
            </a:r>
          </a:p>
          <a:p>
            <a:pPr algn="ctr"/>
            <a:r>
              <a:rPr lang="en-CA" sz="3600" dirty="0">
                <a:solidFill>
                  <a:schemeClr val="tx1"/>
                </a:solidFill>
              </a:rPr>
              <a:t>Advising Guide: Course Pathway to Graduation in Freshwater Science.</a:t>
            </a:r>
          </a:p>
        </p:txBody>
      </p:sp>
      <p:sp>
        <p:nvSpPr>
          <p:cNvPr id="111" name="Rectangle 110"/>
          <p:cNvSpPr/>
          <p:nvPr/>
        </p:nvSpPr>
        <p:spPr>
          <a:xfrm>
            <a:off x="15492985" y="4968202"/>
            <a:ext cx="3856776" cy="8533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600" dirty="0">
                <a:solidFill>
                  <a:schemeClr val="tx1"/>
                </a:solidFill>
              </a:rPr>
              <a:t>Red Lines: Significant prerequisite chains</a:t>
            </a:r>
          </a:p>
          <a:p>
            <a:r>
              <a:rPr lang="en-CA" sz="1600" dirty="0">
                <a:solidFill>
                  <a:schemeClr val="tx1"/>
                </a:solidFill>
              </a:rPr>
              <a:t>Dashed Blue lines: Recommended associations</a:t>
            </a:r>
          </a:p>
          <a:p>
            <a:r>
              <a:rPr lang="en-CA" sz="1600" dirty="0">
                <a:solidFill>
                  <a:schemeClr val="tx1"/>
                </a:solidFill>
              </a:rPr>
              <a:t>Not all prerequisites shown with arrows</a:t>
            </a:r>
          </a:p>
        </p:txBody>
      </p:sp>
      <p:sp>
        <p:nvSpPr>
          <p:cNvPr id="112" name="Freeform 111"/>
          <p:cNvSpPr/>
          <p:nvPr/>
        </p:nvSpPr>
        <p:spPr>
          <a:xfrm>
            <a:off x="14669778" y="5158126"/>
            <a:ext cx="796753" cy="0"/>
          </a:xfrm>
          <a:custGeom>
            <a:avLst/>
            <a:gdLst>
              <a:gd name="connsiteX0" fmla="*/ 0 w 944880"/>
              <a:gd name="connsiteY0" fmla="*/ 0 h 0"/>
              <a:gd name="connsiteX1" fmla="*/ 944880 w 944880"/>
              <a:gd name="connsiteY1" fmla="*/ 0 h 0"/>
            </a:gdLst>
            <a:ahLst/>
            <a:cxnLst>
              <a:cxn ang="0">
                <a:pos x="connsiteX0" y="connsiteY0"/>
              </a:cxn>
              <a:cxn ang="0">
                <a:pos x="connsiteX1" y="connsiteY1"/>
              </a:cxn>
            </a:cxnLst>
            <a:rect l="l" t="t" r="r" b="b"/>
            <a:pathLst>
              <a:path w="944880">
                <a:moveTo>
                  <a:pt x="0" y="0"/>
                </a:moveTo>
                <a:lnTo>
                  <a:pt x="944880" y="0"/>
                </a:lnTo>
              </a:path>
            </a:pathLst>
          </a:cu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13" name="Freeform 112"/>
          <p:cNvSpPr/>
          <p:nvPr/>
        </p:nvSpPr>
        <p:spPr>
          <a:xfrm>
            <a:off x="14709825" y="5432245"/>
            <a:ext cx="796753" cy="0"/>
          </a:xfrm>
          <a:custGeom>
            <a:avLst/>
            <a:gdLst>
              <a:gd name="connsiteX0" fmla="*/ 0 w 944880"/>
              <a:gd name="connsiteY0" fmla="*/ 0 h 0"/>
              <a:gd name="connsiteX1" fmla="*/ 944880 w 944880"/>
              <a:gd name="connsiteY1" fmla="*/ 0 h 0"/>
            </a:gdLst>
            <a:ahLst/>
            <a:cxnLst>
              <a:cxn ang="0">
                <a:pos x="connsiteX0" y="connsiteY0"/>
              </a:cxn>
              <a:cxn ang="0">
                <a:pos x="connsiteX1" y="connsiteY1"/>
              </a:cxn>
            </a:cxnLst>
            <a:rect l="l" t="t" r="r" b="b"/>
            <a:pathLst>
              <a:path w="944880">
                <a:moveTo>
                  <a:pt x="0" y="0"/>
                </a:moveTo>
                <a:lnTo>
                  <a:pt x="944880" y="0"/>
                </a:lnTo>
              </a:path>
            </a:pathLst>
          </a:custGeom>
          <a:noFill/>
          <a:ln w="508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14" name="Rectangle 113"/>
          <p:cNvSpPr/>
          <p:nvPr/>
        </p:nvSpPr>
        <p:spPr>
          <a:xfrm>
            <a:off x="14281127" y="4779511"/>
            <a:ext cx="5068634" cy="11588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115" name="Rectangle 114"/>
          <p:cNvSpPr/>
          <p:nvPr/>
        </p:nvSpPr>
        <p:spPr>
          <a:xfrm>
            <a:off x="836694" y="4789334"/>
            <a:ext cx="3878362" cy="1140863"/>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i="1" dirty="0">
                <a:solidFill>
                  <a:schemeClr val="tx1"/>
                </a:solidFill>
              </a:rPr>
              <a:t>Program Requirements</a:t>
            </a:r>
            <a:r>
              <a:rPr lang="en-CA" sz="1800" dirty="0">
                <a:solidFill>
                  <a:schemeClr val="tx1"/>
                </a:solidFill>
              </a:rPr>
              <a:t>. </a:t>
            </a:r>
            <a:endParaRPr lang="en-CA" sz="1800" i="1" dirty="0">
              <a:solidFill>
                <a:schemeClr val="tx1"/>
              </a:solidFill>
            </a:endParaRPr>
          </a:p>
        </p:txBody>
      </p:sp>
      <p:sp>
        <p:nvSpPr>
          <p:cNvPr id="116" name="Rectangle 115"/>
          <p:cNvSpPr/>
          <p:nvPr/>
        </p:nvSpPr>
        <p:spPr>
          <a:xfrm>
            <a:off x="9755857" y="4819401"/>
            <a:ext cx="4374911" cy="111894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dirty="0">
                <a:solidFill>
                  <a:schemeClr val="tx1"/>
                </a:solidFill>
              </a:rPr>
              <a:t>Electives</a:t>
            </a:r>
          </a:p>
        </p:txBody>
      </p:sp>
      <p:sp>
        <p:nvSpPr>
          <p:cNvPr id="117" name="Rectangle 116"/>
          <p:cNvSpPr/>
          <p:nvPr/>
        </p:nvSpPr>
        <p:spPr>
          <a:xfrm>
            <a:off x="4886487" y="4828042"/>
            <a:ext cx="4697939" cy="109397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i="1" dirty="0">
                <a:solidFill>
                  <a:schemeClr val="tx1"/>
                </a:solidFill>
              </a:rPr>
              <a:t>Suggested Program choices</a:t>
            </a:r>
          </a:p>
        </p:txBody>
      </p:sp>
      <p:sp>
        <p:nvSpPr>
          <p:cNvPr id="118" name="Rectangle 117"/>
          <p:cNvSpPr/>
          <p:nvPr/>
        </p:nvSpPr>
        <p:spPr>
          <a:xfrm>
            <a:off x="735240" y="2872667"/>
            <a:ext cx="18782975" cy="10950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600" dirty="0">
                <a:solidFill>
                  <a:schemeClr val="tx1"/>
                </a:solidFill>
              </a:rPr>
              <a:t>This roadmap is designed to guide Freshwater Science majors through the program requirements and help you plan your progression. Please review the year-by-year notes for important details. Keep in mind that this is a general guide—many course sequences and options are possible. For the best results, meet directly with Academic Advising and the Freshwater Science Program Advisor to tailor the program to your goals. Students considering professional registration (e.g., Professional Geoscientist, Agrologist, Biologist, or Environmental Professional) should plan carefully, as additional courses may be required. </a:t>
            </a:r>
          </a:p>
          <a:p>
            <a:pPr algn="ctr"/>
            <a:r>
              <a:rPr lang="en-CA" sz="1600" b="1" i="1" dirty="0">
                <a:solidFill>
                  <a:schemeClr val="tx1"/>
                </a:solidFill>
              </a:rPr>
              <a:t>Seek advice from the Program Advisor as early as possible to ensure you meet both academic and professional objectives</a:t>
            </a:r>
            <a:r>
              <a:rPr lang="en-CA" sz="1600" dirty="0">
                <a:solidFill>
                  <a:schemeClr val="tx1"/>
                </a:solidFill>
              </a:rPr>
              <a:t>.</a:t>
            </a:r>
          </a:p>
        </p:txBody>
      </p:sp>
      <p:sp>
        <p:nvSpPr>
          <p:cNvPr id="119" name="TextBox 118"/>
          <p:cNvSpPr txBox="1"/>
          <p:nvPr/>
        </p:nvSpPr>
        <p:spPr>
          <a:xfrm>
            <a:off x="9149310" y="4067141"/>
            <a:ext cx="1388329" cy="584775"/>
          </a:xfrm>
          <a:prstGeom prst="rect">
            <a:avLst/>
          </a:prstGeom>
          <a:noFill/>
        </p:spPr>
        <p:txBody>
          <a:bodyPr wrap="none" rtlCol="0">
            <a:spAutoFit/>
          </a:bodyPr>
          <a:lstStyle/>
          <a:p>
            <a:r>
              <a:rPr lang="en-CA" sz="3200" dirty="0"/>
              <a:t>Legend</a:t>
            </a:r>
          </a:p>
        </p:txBody>
      </p:sp>
      <p:sp>
        <p:nvSpPr>
          <p:cNvPr id="120" name="Rectangle 119"/>
          <p:cNvSpPr/>
          <p:nvPr/>
        </p:nvSpPr>
        <p:spPr>
          <a:xfrm>
            <a:off x="685801" y="4170423"/>
            <a:ext cx="18805656" cy="18650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2" name="Rectangle 121"/>
          <p:cNvSpPr/>
          <p:nvPr/>
        </p:nvSpPr>
        <p:spPr>
          <a:xfrm>
            <a:off x="695961" y="6314178"/>
            <a:ext cx="2690628"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1</a:t>
            </a:r>
            <a:r>
              <a:rPr lang="en-CA" sz="2000" b="1" baseline="30000" dirty="0">
                <a:solidFill>
                  <a:schemeClr val="bg1"/>
                </a:solidFill>
              </a:rPr>
              <a:t>st</a:t>
            </a:r>
            <a:r>
              <a:rPr lang="en-CA" sz="2000" b="1" dirty="0">
                <a:solidFill>
                  <a:schemeClr val="bg1"/>
                </a:solidFill>
              </a:rPr>
              <a:t> Year</a:t>
            </a:r>
          </a:p>
        </p:txBody>
      </p:sp>
      <p:sp>
        <p:nvSpPr>
          <p:cNvPr id="123" name="Rectangle 122"/>
          <p:cNvSpPr/>
          <p:nvPr/>
        </p:nvSpPr>
        <p:spPr>
          <a:xfrm>
            <a:off x="3940865" y="6314178"/>
            <a:ext cx="3547808"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2</a:t>
            </a:r>
            <a:r>
              <a:rPr lang="en-CA" sz="2000" b="1" baseline="30000" dirty="0">
                <a:solidFill>
                  <a:schemeClr val="bg1"/>
                </a:solidFill>
              </a:rPr>
              <a:t>nd</a:t>
            </a:r>
            <a:r>
              <a:rPr lang="en-CA" sz="2000" b="1" dirty="0">
                <a:solidFill>
                  <a:schemeClr val="bg1"/>
                </a:solidFill>
              </a:rPr>
              <a:t> year</a:t>
            </a:r>
          </a:p>
        </p:txBody>
      </p:sp>
      <p:sp>
        <p:nvSpPr>
          <p:cNvPr id="126" name="Rectangle 125"/>
          <p:cNvSpPr/>
          <p:nvPr/>
        </p:nvSpPr>
        <p:spPr>
          <a:xfrm>
            <a:off x="8352655" y="6252104"/>
            <a:ext cx="3341964"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3</a:t>
            </a:r>
            <a:r>
              <a:rPr lang="en-CA" sz="2000" b="1" baseline="30000" dirty="0">
                <a:solidFill>
                  <a:schemeClr val="bg1"/>
                </a:solidFill>
              </a:rPr>
              <a:t>nd</a:t>
            </a:r>
            <a:r>
              <a:rPr lang="en-CA" sz="2000" b="1" dirty="0">
                <a:solidFill>
                  <a:schemeClr val="bg1"/>
                </a:solidFill>
              </a:rPr>
              <a:t> year</a:t>
            </a:r>
          </a:p>
        </p:txBody>
      </p:sp>
      <p:sp>
        <p:nvSpPr>
          <p:cNvPr id="127" name="Rectangle 126"/>
          <p:cNvSpPr/>
          <p:nvPr/>
        </p:nvSpPr>
        <p:spPr>
          <a:xfrm>
            <a:off x="13852037" y="6269585"/>
            <a:ext cx="3833371"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4th year</a:t>
            </a:r>
          </a:p>
        </p:txBody>
      </p:sp>
      <p:sp>
        <p:nvSpPr>
          <p:cNvPr id="128" name="Rectangle 127"/>
          <p:cNvSpPr/>
          <p:nvPr/>
        </p:nvSpPr>
        <p:spPr>
          <a:xfrm>
            <a:off x="12077381" y="6260696"/>
            <a:ext cx="1437368"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May after 3</a:t>
            </a:r>
            <a:r>
              <a:rPr lang="en-CA" sz="2000" b="1" baseline="30000" dirty="0">
                <a:solidFill>
                  <a:schemeClr val="bg1"/>
                </a:solidFill>
              </a:rPr>
              <a:t>rd</a:t>
            </a:r>
            <a:r>
              <a:rPr lang="en-CA" sz="2000" b="1" dirty="0">
                <a:solidFill>
                  <a:schemeClr val="bg1"/>
                </a:solidFill>
              </a:rPr>
              <a:t> year</a:t>
            </a:r>
          </a:p>
        </p:txBody>
      </p:sp>
      <p:sp>
        <p:nvSpPr>
          <p:cNvPr id="131" name="Rectangle 130"/>
          <p:cNvSpPr/>
          <p:nvPr/>
        </p:nvSpPr>
        <p:spPr>
          <a:xfrm>
            <a:off x="4085679" y="7956956"/>
            <a:ext cx="1418880" cy="52308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EESC 222 </a:t>
            </a:r>
            <a:r>
              <a:rPr lang="en-CA" sz="1200" dirty="0">
                <a:solidFill>
                  <a:schemeClr val="tx1"/>
                </a:solidFill>
              </a:rPr>
              <a:t>Geomorphology</a:t>
            </a:r>
          </a:p>
        </p:txBody>
      </p:sp>
      <p:sp>
        <p:nvSpPr>
          <p:cNvPr id="132" name="Rectangle 131"/>
          <p:cNvSpPr/>
          <p:nvPr/>
        </p:nvSpPr>
        <p:spPr>
          <a:xfrm>
            <a:off x="5793244" y="15722557"/>
            <a:ext cx="1512000" cy="1144106"/>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EESC 212 Atmospheric Environments</a:t>
            </a:r>
          </a:p>
          <a:p>
            <a:pPr algn="ctr"/>
            <a:r>
              <a:rPr lang="en-CA" sz="1200" dirty="0">
                <a:solidFill>
                  <a:schemeClr val="tx1"/>
                </a:solidFill>
              </a:rPr>
              <a:t> (Two of EESC 101,  111, 121)</a:t>
            </a:r>
          </a:p>
          <a:p>
            <a:pPr algn="ctr"/>
            <a:endParaRPr lang="en-CA" sz="1200" dirty="0">
              <a:solidFill>
                <a:schemeClr val="tx1"/>
              </a:solidFill>
            </a:endParaRPr>
          </a:p>
        </p:txBody>
      </p:sp>
      <p:sp>
        <p:nvSpPr>
          <p:cNvPr id="133" name="Rectangle 132"/>
          <p:cNvSpPr/>
          <p:nvPr/>
        </p:nvSpPr>
        <p:spPr>
          <a:xfrm>
            <a:off x="4059386" y="11822578"/>
            <a:ext cx="1512000" cy="546747"/>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CHEM 211 </a:t>
            </a:r>
          </a:p>
          <a:p>
            <a:pPr algn="ctr"/>
            <a:r>
              <a:rPr lang="en-CA" sz="1200" dirty="0">
                <a:solidFill>
                  <a:schemeClr val="tx1"/>
                </a:solidFill>
              </a:rPr>
              <a:t>Analytical Chemistry</a:t>
            </a:r>
          </a:p>
          <a:p>
            <a:pPr algn="ctr"/>
            <a:endParaRPr lang="en-CA" sz="1200" i="1" dirty="0">
              <a:solidFill>
                <a:schemeClr val="tx1"/>
              </a:solidFill>
            </a:endParaRPr>
          </a:p>
        </p:txBody>
      </p:sp>
      <p:sp>
        <p:nvSpPr>
          <p:cNvPr id="136" name="Rectangle 135"/>
          <p:cNvSpPr/>
          <p:nvPr/>
        </p:nvSpPr>
        <p:spPr>
          <a:xfrm>
            <a:off x="8252761" y="10590274"/>
            <a:ext cx="1512000" cy="607482"/>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BIOL 375 (EESC)</a:t>
            </a:r>
          </a:p>
          <a:p>
            <a:pPr algn="ctr"/>
            <a:r>
              <a:rPr lang="en-CA" sz="1200" dirty="0">
                <a:solidFill>
                  <a:schemeClr val="tx1"/>
                </a:solidFill>
              </a:rPr>
              <a:t>Flora and Fauna of Inland Waters</a:t>
            </a:r>
          </a:p>
        </p:txBody>
      </p:sp>
      <p:sp>
        <p:nvSpPr>
          <p:cNvPr id="137" name="Rectangle 136"/>
          <p:cNvSpPr/>
          <p:nvPr/>
        </p:nvSpPr>
        <p:spPr>
          <a:xfrm>
            <a:off x="8408143" y="13094545"/>
            <a:ext cx="3240000" cy="1802367"/>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dirty="0">
                <a:solidFill>
                  <a:schemeClr val="tx1"/>
                </a:solidFill>
              </a:rPr>
              <a:t>One of:</a:t>
            </a:r>
          </a:p>
          <a:p>
            <a:r>
              <a:rPr lang="en-CA" sz="1200" dirty="0">
                <a:solidFill>
                  <a:schemeClr val="tx1"/>
                </a:solidFill>
              </a:rPr>
              <a:t>EESC 313 Management of Forested Watersheds</a:t>
            </a:r>
          </a:p>
          <a:p>
            <a:r>
              <a:rPr lang="en-CA" sz="1200" dirty="0">
                <a:solidFill>
                  <a:schemeClr val="tx1"/>
                </a:solidFill>
              </a:rPr>
              <a:t>EESC 314 Environmental Impact Assessment: </a:t>
            </a:r>
            <a:r>
              <a:rPr lang="en-US" sz="1200" dirty="0">
                <a:solidFill>
                  <a:schemeClr val="tx1"/>
                </a:solidFill>
              </a:rPr>
              <a:t>Process, Regulation and Administration</a:t>
            </a:r>
          </a:p>
          <a:p>
            <a:r>
              <a:rPr lang="en-CA" sz="1200" dirty="0">
                <a:solidFill>
                  <a:schemeClr val="tx1"/>
                </a:solidFill>
              </a:rPr>
              <a:t>Term 2:</a:t>
            </a:r>
          </a:p>
          <a:p>
            <a:r>
              <a:rPr lang="en-CA" sz="1200" dirty="0">
                <a:solidFill>
                  <a:schemeClr val="tx1"/>
                </a:solidFill>
              </a:rPr>
              <a:t>EESC 315 Environmental Impact Assessment: Techniques and practice</a:t>
            </a:r>
          </a:p>
          <a:p>
            <a:r>
              <a:rPr lang="en-CA" sz="1200" dirty="0">
                <a:solidFill>
                  <a:schemeClr val="tx1"/>
                </a:solidFill>
              </a:rPr>
              <a:t>GEOG 310 Environment and Resources</a:t>
            </a:r>
          </a:p>
          <a:p>
            <a:r>
              <a:rPr lang="en-CA" sz="1200" dirty="0">
                <a:solidFill>
                  <a:schemeClr val="tx1"/>
                </a:solidFill>
              </a:rPr>
              <a:t>Term to fit choices above</a:t>
            </a:r>
          </a:p>
        </p:txBody>
      </p:sp>
      <p:sp>
        <p:nvSpPr>
          <p:cNvPr id="138" name="Rectangle 137"/>
          <p:cNvSpPr/>
          <p:nvPr/>
        </p:nvSpPr>
        <p:spPr>
          <a:xfrm>
            <a:off x="16051589" y="7906702"/>
            <a:ext cx="1633819" cy="692987"/>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EESC 402 </a:t>
            </a:r>
          </a:p>
          <a:p>
            <a:pPr algn="ctr"/>
            <a:r>
              <a:rPr lang="en-CA" sz="1200" dirty="0">
                <a:solidFill>
                  <a:schemeClr val="tx1"/>
                </a:solidFill>
              </a:rPr>
              <a:t>Freshwater Manag.</a:t>
            </a:r>
          </a:p>
          <a:p>
            <a:pPr algn="ctr"/>
            <a:r>
              <a:rPr lang="en-CA" sz="1200" dirty="0">
                <a:solidFill>
                  <a:schemeClr val="tx1"/>
                </a:solidFill>
              </a:rPr>
              <a:t>[</a:t>
            </a:r>
            <a:r>
              <a:rPr lang="en-CA" sz="1200" dirty="0">
                <a:solidFill>
                  <a:srgbClr val="FF0000"/>
                </a:solidFill>
              </a:rPr>
              <a:t>Change Course Name</a:t>
            </a:r>
            <a:r>
              <a:rPr lang="en-CA" sz="1200" dirty="0">
                <a:solidFill>
                  <a:schemeClr val="tx1"/>
                </a:solidFill>
              </a:rPr>
              <a:t>]</a:t>
            </a:r>
          </a:p>
          <a:p>
            <a:pPr algn="ctr"/>
            <a:endParaRPr lang="en-CA" sz="1200" i="1" dirty="0">
              <a:solidFill>
                <a:schemeClr val="tx1"/>
              </a:solidFill>
            </a:endParaRPr>
          </a:p>
        </p:txBody>
      </p:sp>
      <p:sp>
        <p:nvSpPr>
          <p:cNvPr id="139" name="Rectangle 138"/>
          <p:cNvSpPr/>
          <p:nvPr/>
        </p:nvSpPr>
        <p:spPr>
          <a:xfrm>
            <a:off x="14431567" y="9681352"/>
            <a:ext cx="2690431" cy="1020791"/>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i="1" dirty="0">
                <a:solidFill>
                  <a:schemeClr val="tx1"/>
                </a:solidFill>
              </a:rPr>
              <a:t>May:</a:t>
            </a:r>
          </a:p>
          <a:p>
            <a:r>
              <a:rPr lang="en-CA" sz="1200" i="1" dirty="0">
                <a:solidFill>
                  <a:schemeClr val="tx1"/>
                </a:solidFill>
              </a:rPr>
              <a:t>EESC 435 Fluvial Field Techniques</a:t>
            </a:r>
          </a:p>
          <a:p>
            <a:endParaRPr lang="en-CA" sz="1200" i="1" dirty="0">
              <a:solidFill>
                <a:schemeClr val="tx1"/>
              </a:solidFill>
            </a:endParaRPr>
          </a:p>
          <a:p>
            <a:r>
              <a:rPr lang="en-CA" sz="1200" i="1" dirty="0">
                <a:solidFill>
                  <a:schemeClr val="tx1"/>
                </a:solidFill>
              </a:rPr>
              <a:t>Term Variable: EESC 305 Land-use hydrology</a:t>
            </a:r>
          </a:p>
        </p:txBody>
      </p:sp>
      <p:sp>
        <p:nvSpPr>
          <p:cNvPr id="140" name="Rectangle 139"/>
          <p:cNvSpPr/>
          <p:nvPr/>
        </p:nvSpPr>
        <p:spPr>
          <a:xfrm>
            <a:off x="8402514" y="15067605"/>
            <a:ext cx="3240000" cy="1875426"/>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dirty="0">
                <a:solidFill>
                  <a:schemeClr val="tx1"/>
                </a:solidFill>
              </a:rPr>
              <a:t>Geochemistry Requirement:</a:t>
            </a:r>
          </a:p>
          <a:p>
            <a:r>
              <a:rPr lang="en-CA" sz="1200" dirty="0">
                <a:solidFill>
                  <a:schemeClr val="tx1"/>
                </a:solidFill>
              </a:rPr>
              <a:t>Two of:</a:t>
            </a:r>
          </a:p>
          <a:p>
            <a:r>
              <a:rPr lang="en-CA" sz="1200" dirty="0">
                <a:solidFill>
                  <a:schemeClr val="tx1"/>
                </a:solidFill>
              </a:rPr>
              <a:t>Term 1: </a:t>
            </a:r>
          </a:p>
          <a:p>
            <a:r>
              <a:rPr lang="en-CA" sz="1200" dirty="0">
                <a:solidFill>
                  <a:schemeClr val="tx1"/>
                </a:solidFill>
              </a:rPr>
              <a:t>EESC 323 Geochemistry</a:t>
            </a:r>
          </a:p>
          <a:p>
            <a:r>
              <a:rPr lang="en-CA" sz="1200" dirty="0">
                <a:solidFill>
                  <a:schemeClr val="tx1"/>
                </a:solidFill>
              </a:rPr>
              <a:t>EESC 423 Tracers of Natural Processes</a:t>
            </a:r>
          </a:p>
          <a:p>
            <a:r>
              <a:rPr lang="en-CA" sz="1200" dirty="0">
                <a:solidFill>
                  <a:schemeClr val="tx1"/>
                </a:solidFill>
              </a:rPr>
              <a:t>Term 2:</a:t>
            </a:r>
          </a:p>
          <a:p>
            <a:r>
              <a:rPr lang="en-CA" sz="1200" dirty="0">
                <a:solidFill>
                  <a:schemeClr val="tx1"/>
                </a:solidFill>
              </a:rPr>
              <a:t>EESC 309 Global Biogeochemistry</a:t>
            </a:r>
          </a:p>
          <a:p>
            <a:r>
              <a:rPr lang="en-CA" sz="1200" dirty="0">
                <a:solidFill>
                  <a:schemeClr val="tx1"/>
                </a:solidFill>
              </a:rPr>
              <a:t>See Note</a:t>
            </a:r>
          </a:p>
          <a:p>
            <a:r>
              <a:rPr lang="en-CA" sz="1200" dirty="0">
                <a:solidFill>
                  <a:schemeClr val="tx1"/>
                </a:solidFill>
              </a:rPr>
              <a:t>Term to fit choices above</a:t>
            </a:r>
          </a:p>
        </p:txBody>
      </p:sp>
      <p:sp>
        <p:nvSpPr>
          <p:cNvPr id="141" name="Rectangle 140"/>
          <p:cNvSpPr/>
          <p:nvPr/>
        </p:nvSpPr>
        <p:spPr>
          <a:xfrm>
            <a:off x="8402514" y="18858694"/>
            <a:ext cx="3205286" cy="121838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6 credits:</a:t>
            </a:r>
          </a:p>
          <a:p>
            <a:pPr algn="ctr"/>
            <a:r>
              <a:rPr lang="en-CA" sz="1200" dirty="0">
                <a:solidFill>
                  <a:schemeClr val="tx1"/>
                </a:solidFill>
              </a:rPr>
              <a:t>Non-Science Elective Requirement #3 and #4</a:t>
            </a:r>
          </a:p>
          <a:p>
            <a:pPr algn="ctr"/>
            <a:r>
              <a:rPr lang="en-CA" sz="1200" dirty="0">
                <a:solidFill>
                  <a:schemeClr val="tx1"/>
                </a:solidFill>
              </a:rPr>
              <a:t>Note: Term will depend on choices above and course scheduling.  Between Non-Science and General Electives, 6 credits must by u/l.</a:t>
            </a:r>
          </a:p>
          <a:p>
            <a:pPr algn="ctr"/>
            <a:endParaRPr lang="en-CA" sz="1200" dirty="0">
              <a:solidFill>
                <a:schemeClr val="tx1"/>
              </a:solidFill>
            </a:endParaRPr>
          </a:p>
        </p:txBody>
      </p:sp>
      <p:sp>
        <p:nvSpPr>
          <p:cNvPr id="153" name="Rectangle 152"/>
          <p:cNvSpPr/>
          <p:nvPr/>
        </p:nvSpPr>
        <p:spPr>
          <a:xfrm>
            <a:off x="14419307" y="11533114"/>
            <a:ext cx="1718868" cy="154939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Upper Level Science Elective #1</a:t>
            </a:r>
          </a:p>
          <a:p>
            <a:pPr algn="ctr"/>
            <a:r>
              <a:rPr lang="en-CA" sz="1200" dirty="0">
                <a:solidFill>
                  <a:schemeClr val="tx1"/>
                </a:solidFill>
              </a:rPr>
              <a:t>Suggested:</a:t>
            </a:r>
          </a:p>
          <a:p>
            <a:pPr algn="ctr"/>
            <a:r>
              <a:rPr lang="en-CA" sz="1200" dirty="0">
                <a:solidFill>
                  <a:schemeClr val="tx1"/>
                </a:solidFill>
              </a:rPr>
              <a:t>GISC 380 </a:t>
            </a:r>
          </a:p>
          <a:p>
            <a:pPr algn="ctr"/>
            <a:r>
              <a:rPr lang="en-CA" sz="1200" dirty="0">
                <a:solidFill>
                  <a:schemeClr val="tx1"/>
                </a:solidFill>
              </a:rPr>
              <a:t>Fundamentals of Geographic Information Science </a:t>
            </a:r>
          </a:p>
        </p:txBody>
      </p:sp>
      <p:sp>
        <p:nvSpPr>
          <p:cNvPr id="160" name="Rectangle 159"/>
          <p:cNvSpPr/>
          <p:nvPr/>
        </p:nvSpPr>
        <p:spPr>
          <a:xfrm>
            <a:off x="8402514" y="7962771"/>
            <a:ext cx="1512000" cy="523201"/>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EESC 301 </a:t>
            </a:r>
          </a:p>
          <a:p>
            <a:pPr algn="ctr"/>
            <a:r>
              <a:rPr lang="en-CA" sz="1200" dirty="0">
                <a:solidFill>
                  <a:schemeClr val="tx1"/>
                </a:solidFill>
              </a:rPr>
              <a:t>Limnology</a:t>
            </a:r>
          </a:p>
          <a:p>
            <a:pPr algn="ctr"/>
            <a:endParaRPr lang="en-CA" sz="1200" i="1" dirty="0">
              <a:solidFill>
                <a:schemeClr val="tx1"/>
              </a:solidFill>
            </a:endParaRPr>
          </a:p>
        </p:txBody>
      </p:sp>
      <p:sp>
        <p:nvSpPr>
          <p:cNvPr id="161" name="Rectangle 160"/>
          <p:cNvSpPr/>
          <p:nvPr/>
        </p:nvSpPr>
        <p:spPr>
          <a:xfrm>
            <a:off x="14176008" y="13413011"/>
            <a:ext cx="3375821" cy="186644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Upper Level                   Upper Level</a:t>
            </a:r>
          </a:p>
          <a:p>
            <a:pPr algn="ctr"/>
            <a:r>
              <a:rPr lang="en-CA" sz="1200" dirty="0">
                <a:solidFill>
                  <a:schemeClr val="tx1"/>
                </a:solidFill>
              </a:rPr>
              <a:t>Science  Elective #2     Science Elective #3</a:t>
            </a:r>
          </a:p>
          <a:p>
            <a:pPr algn="ctr"/>
            <a:r>
              <a:rPr lang="en-CA" sz="1200" dirty="0">
                <a:solidFill>
                  <a:schemeClr val="tx1"/>
                </a:solidFill>
              </a:rPr>
              <a:t>Term 1                          Term 2</a:t>
            </a:r>
          </a:p>
          <a:p>
            <a:pPr algn="ctr"/>
            <a:endParaRPr lang="en-CA" sz="1200" dirty="0">
              <a:solidFill>
                <a:schemeClr val="tx1"/>
              </a:solidFill>
            </a:endParaRPr>
          </a:p>
          <a:p>
            <a:pPr algn="ctr"/>
            <a:r>
              <a:rPr lang="en-CA" sz="1200" dirty="0">
                <a:solidFill>
                  <a:schemeClr val="tx1"/>
                </a:solidFill>
              </a:rPr>
              <a:t>OR:</a:t>
            </a:r>
          </a:p>
          <a:p>
            <a:pPr algn="ctr"/>
            <a:endParaRPr lang="en-CA" sz="1200" dirty="0">
              <a:solidFill>
                <a:schemeClr val="tx1"/>
              </a:solidFill>
            </a:endParaRPr>
          </a:p>
          <a:p>
            <a:pPr algn="ctr"/>
            <a:r>
              <a:rPr lang="en-CA" sz="1200" dirty="0">
                <a:solidFill>
                  <a:schemeClr val="tx1"/>
                </a:solidFill>
              </a:rPr>
              <a:t>EESC 449 Honours Thesis</a:t>
            </a:r>
          </a:p>
          <a:p>
            <a:pPr algn="ctr"/>
            <a:r>
              <a:rPr lang="en-CA" sz="1200" dirty="0">
                <a:solidFill>
                  <a:schemeClr val="tx1"/>
                </a:solidFill>
              </a:rPr>
              <a:t> (Term 1 and 2: 6 credits)</a:t>
            </a:r>
          </a:p>
        </p:txBody>
      </p:sp>
      <p:sp>
        <p:nvSpPr>
          <p:cNvPr id="162" name="Rectangle 161"/>
          <p:cNvSpPr/>
          <p:nvPr/>
        </p:nvSpPr>
        <p:spPr>
          <a:xfrm>
            <a:off x="11998005" y="9266310"/>
            <a:ext cx="1536937" cy="25143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Option</a:t>
            </a:r>
            <a:br>
              <a:rPr lang="en-CA" sz="1200" dirty="0">
                <a:solidFill>
                  <a:schemeClr val="tx1"/>
                </a:solidFill>
              </a:rPr>
            </a:br>
            <a:r>
              <a:rPr lang="en-CA" sz="1200" dirty="0">
                <a:solidFill>
                  <a:schemeClr val="tx1"/>
                </a:solidFill>
              </a:rPr>
              <a:t>EESC 435 Fluvial Field Techniques</a:t>
            </a:r>
          </a:p>
          <a:p>
            <a:pPr algn="ctr"/>
            <a:r>
              <a:rPr lang="en-CA" sz="1200" dirty="0">
                <a:solidFill>
                  <a:schemeClr val="tx1"/>
                </a:solidFill>
              </a:rPr>
              <a:t>(205 or 222)</a:t>
            </a:r>
          </a:p>
          <a:p>
            <a:pPr algn="ctr"/>
            <a:endParaRPr lang="en-CA" sz="1200" dirty="0">
              <a:solidFill>
                <a:schemeClr val="tx1"/>
              </a:solidFill>
            </a:endParaRPr>
          </a:p>
          <a:p>
            <a:pPr algn="ctr"/>
            <a:r>
              <a:rPr lang="en-CA" sz="1200" dirty="0">
                <a:solidFill>
                  <a:schemeClr val="tx1"/>
                </a:solidFill>
              </a:rPr>
              <a:t>Note: Better taken after 4</a:t>
            </a:r>
            <a:r>
              <a:rPr lang="en-CA" sz="1200" baseline="30000" dirty="0">
                <a:solidFill>
                  <a:schemeClr val="tx1"/>
                </a:solidFill>
              </a:rPr>
              <a:t>th</a:t>
            </a:r>
            <a:r>
              <a:rPr lang="en-CA" sz="1200" dirty="0">
                <a:solidFill>
                  <a:schemeClr val="tx1"/>
                </a:solidFill>
              </a:rPr>
              <a:t> year and with EESC 422. Advance notice to department required  if credits are required for graduation in that year.  </a:t>
            </a:r>
          </a:p>
        </p:txBody>
      </p:sp>
      <p:cxnSp>
        <p:nvCxnSpPr>
          <p:cNvPr id="166" name="Straight Arrow Connector 165"/>
          <p:cNvCxnSpPr>
            <a:cxnSpLocks/>
            <a:stCxn id="151" idx="3"/>
            <a:endCxn id="136" idx="1"/>
          </p:cNvCxnSpPr>
          <p:nvPr/>
        </p:nvCxnSpPr>
        <p:spPr>
          <a:xfrm>
            <a:off x="5383274" y="10702143"/>
            <a:ext cx="2869487" cy="1918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0" name="Rectangle 189"/>
          <p:cNvSpPr/>
          <p:nvPr/>
        </p:nvSpPr>
        <p:spPr>
          <a:xfrm>
            <a:off x="14119391" y="15498366"/>
            <a:ext cx="1504182" cy="205500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General Elective Requirement #1</a:t>
            </a:r>
          </a:p>
          <a:p>
            <a:pPr algn="ctr"/>
            <a:endParaRPr lang="en-CA" sz="1200" dirty="0">
              <a:solidFill>
                <a:schemeClr val="tx1"/>
              </a:solidFill>
            </a:endParaRPr>
          </a:p>
          <a:p>
            <a:pPr algn="ctr"/>
            <a:r>
              <a:rPr lang="en-CA" sz="1200" dirty="0">
                <a:solidFill>
                  <a:schemeClr val="tx1"/>
                </a:solidFill>
              </a:rPr>
              <a:t>Suggested EESC 342  if not taken above</a:t>
            </a:r>
          </a:p>
          <a:p>
            <a:pPr algn="ctr"/>
            <a:endParaRPr lang="en-CA" sz="1200" dirty="0">
              <a:solidFill>
                <a:schemeClr val="tx1"/>
              </a:solidFill>
            </a:endParaRPr>
          </a:p>
          <a:p>
            <a:pPr algn="ctr"/>
            <a:r>
              <a:rPr lang="en-CA" sz="1200" dirty="0">
                <a:solidFill>
                  <a:schemeClr val="tx1"/>
                </a:solidFill>
              </a:rPr>
              <a:t>Between Non-Science and General Electives, 6 credits must by u/l.</a:t>
            </a:r>
          </a:p>
          <a:p>
            <a:pPr algn="ctr"/>
            <a:endParaRPr lang="en-CA" sz="1200" dirty="0">
              <a:solidFill>
                <a:schemeClr val="tx1"/>
              </a:solidFill>
            </a:endParaRPr>
          </a:p>
        </p:txBody>
      </p:sp>
      <p:sp>
        <p:nvSpPr>
          <p:cNvPr id="191" name="Rectangle 190"/>
          <p:cNvSpPr/>
          <p:nvPr/>
        </p:nvSpPr>
        <p:spPr>
          <a:xfrm>
            <a:off x="15844440" y="15498366"/>
            <a:ext cx="1504182" cy="213658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General Elective Requirement (#3)</a:t>
            </a:r>
          </a:p>
          <a:p>
            <a:pPr algn="ctr"/>
            <a:r>
              <a:rPr lang="en-CA" sz="1200" dirty="0">
                <a:solidFill>
                  <a:schemeClr val="tx1"/>
                </a:solidFill>
              </a:rPr>
              <a:t>Between Non-Science and General Electives, 6 credits must by u/l.</a:t>
            </a:r>
          </a:p>
        </p:txBody>
      </p:sp>
      <p:sp>
        <p:nvSpPr>
          <p:cNvPr id="192" name="Rectangle 191"/>
          <p:cNvSpPr/>
          <p:nvPr/>
        </p:nvSpPr>
        <p:spPr>
          <a:xfrm>
            <a:off x="14130768" y="17727193"/>
            <a:ext cx="1504182" cy="146726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General Elective Requirement (#2)</a:t>
            </a:r>
          </a:p>
          <a:p>
            <a:pPr algn="ctr"/>
            <a:r>
              <a:rPr lang="en-CA" sz="1200" dirty="0">
                <a:solidFill>
                  <a:schemeClr val="tx1"/>
                </a:solidFill>
              </a:rPr>
              <a:t>Between Non-Science and General Electives, 6 credits must by u/l.</a:t>
            </a:r>
          </a:p>
          <a:p>
            <a:pPr algn="ctr"/>
            <a:r>
              <a:rPr lang="en-CA" sz="1200" dirty="0">
                <a:solidFill>
                  <a:schemeClr val="tx1"/>
                </a:solidFill>
              </a:rPr>
              <a:t> </a:t>
            </a:r>
          </a:p>
        </p:txBody>
      </p:sp>
      <p:sp>
        <p:nvSpPr>
          <p:cNvPr id="193" name="Rectangle 192"/>
          <p:cNvSpPr/>
          <p:nvPr/>
        </p:nvSpPr>
        <p:spPr>
          <a:xfrm>
            <a:off x="15863919" y="17727193"/>
            <a:ext cx="1504182" cy="148755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General Elective Requirement (#4)</a:t>
            </a:r>
          </a:p>
          <a:p>
            <a:pPr algn="ctr"/>
            <a:r>
              <a:rPr lang="en-CA" sz="1200" dirty="0">
                <a:solidFill>
                  <a:schemeClr val="tx1"/>
                </a:solidFill>
              </a:rPr>
              <a:t>Between Non-Science and General Electives, 6 credits</a:t>
            </a:r>
          </a:p>
        </p:txBody>
      </p:sp>
      <p:sp>
        <p:nvSpPr>
          <p:cNvPr id="91" name="TextBox 90"/>
          <p:cNvSpPr txBox="1"/>
          <p:nvPr/>
        </p:nvSpPr>
        <p:spPr>
          <a:xfrm>
            <a:off x="13376856" y="29839758"/>
            <a:ext cx="6539140" cy="646331"/>
          </a:xfrm>
          <a:prstGeom prst="rect">
            <a:avLst/>
          </a:prstGeom>
          <a:noFill/>
        </p:spPr>
        <p:txBody>
          <a:bodyPr wrap="square" rtlCol="0">
            <a:spAutoFit/>
          </a:bodyPr>
          <a:lstStyle/>
          <a:p>
            <a:pPr marL="355600" indent="-355600"/>
            <a:r>
              <a:rPr lang="en-CA" sz="1200" dirty="0"/>
              <a:t>Note: 2025 Version 2.  Last Updated September 2025:  Every effort has been made to make this accurate. The UBC Calendar requirements are the final word. Please report any errors or questions to Nelson.Jatel@UBC.ca</a:t>
            </a:r>
          </a:p>
        </p:txBody>
      </p:sp>
      <p:cxnSp>
        <p:nvCxnSpPr>
          <p:cNvPr id="92" name="Straight Arrow Connector 91"/>
          <p:cNvCxnSpPr>
            <a:cxnSpLocks/>
            <a:stCxn id="184" idx="3"/>
            <a:endCxn id="204" idx="1"/>
          </p:cNvCxnSpPr>
          <p:nvPr/>
        </p:nvCxnSpPr>
        <p:spPr>
          <a:xfrm flipV="1">
            <a:off x="5562439" y="12088246"/>
            <a:ext cx="2790216" cy="8396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cxnSpLocks/>
            <a:stCxn id="3" idx="3"/>
            <a:endCxn id="133" idx="1"/>
          </p:cNvCxnSpPr>
          <p:nvPr/>
        </p:nvCxnSpPr>
        <p:spPr>
          <a:xfrm>
            <a:off x="3147058" y="11966730"/>
            <a:ext cx="912328" cy="1292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947070" y="15129252"/>
            <a:ext cx="3409416" cy="319449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p:cNvSpPr/>
          <p:nvPr/>
        </p:nvSpPr>
        <p:spPr>
          <a:xfrm>
            <a:off x="4794147" y="15125568"/>
            <a:ext cx="1554208" cy="307777"/>
          </a:xfrm>
          <a:prstGeom prst="rect">
            <a:avLst/>
          </a:prstGeom>
        </p:spPr>
        <p:txBody>
          <a:bodyPr wrap="none">
            <a:spAutoFit/>
          </a:bodyPr>
          <a:lstStyle/>
          <a:p>
            <a:pPr algn="ctr"/>
            <a:r>
              <a:rPr lang="en-CA" sz="1400" dirty="0"/>
              <a:t>See Note #1 below</a:t>
            </a:r>
          </a:p>
        </p:txBody>
      </p:sp>
      <p:sp>
        <p:nvSpPr>
          <p:cNvPr id="90" name="Rectangle 89"/>
          <p:cNvSpPr/>
          <p:nvPr/>
        </p:nvSpPr>
        <p:spPr>
          <a:xfrm>
            <a:off x="17981371" y="6295174"/>
            <a:ext cx="1437368" cy="1080000"/>
          </a:xfrm>
          <a:prstGeom prst="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2000" b="1" dirty="0">
                <a:solidFill>
                  <a:schemeClr val="bg1"/>
                </a:solidFill>
              </a:rPr>
              <a:t>May after 4th year</a:t>
            </a:r>
          </a:p>
        </p:txBody>
      </p:sp>
      <p:sp>
        <p:nvSpPr>
          <p:cNvPr id="93" name="Rectangle 92"/>
          <p:cNvSpPr/>
          <p:nvPr/>
        </p:nvSpPr>
        <p:spPr>
          <a:xfrm>
            <a:off x="17947874" y="7638040"/>
            <a:ext cx="1536937" cy="24928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Suggested:</a:t>
            </a:r>
            <a:br>
              <a:rPr lang="en-CA" sz="1200" dirty="0">
                <a:solidFill>
                  <a:schemeClr val="tx1"/>
                </a:solidFill>
              </a:rPr>
            </a:br>
            <a:r>
              <a:rPr lang="en-CA" sz="1200" dirty="0">
                <a:solidFill>
                  <a:schemeClr val="tx1"/>
                </a:solidFill>
              </a:rPr>
              <a:t>EESC 435 Fluvial Field Techniques</a:t>
            </a:r>
          </a:p>
          <a:p>
            <a:pPr algn="ctr"/>
            <a:r>
              <a:rPr lang="en-CA" sz="1200" dirty="0">
                <a:solidFill>
                  <a:schemeClr val="tx1"/>
                </a:solidFill>
              </a:rPr>
              <a:t>(205 or 222)</a:t>
            </a:r>
          </a:p>
          <a:p>
            <a:pPr algn="ctr"/>
            <a:endParaRPr lang="en-CA" sz="1200" dirty="0">
              <a:solidFill>
                <a:schemeClr val="tx1"/>
              </a:solidFill>
            </a:endParaRPr>
          </a:p>
          <a:p>
            <a:pPr algn="ctr"/>
            <a:r>
              <a:rPr lang="en-CA" sz="1200" dirty="0">
                <a:solidFill>
                  <a:schemeClr val="tx1"/>
                </a:solidFill>
              </a:rPr>
              <a:t>Note: Note: Better taken after 4</a:t>
            </a:r>
            <a:r>
              <a:rPr lang="en-CA" sz="1200" baseline="30000" dirty="0">
                <a:solidFill>
                  <a:schemeClr val="tx1"/>
                </a:solidFill>
              </a:rPr>
              <a:t>th</a:t>
            </a:r>
            <a:r>
              <a:rPr lang="en-CA" sz="1200" dirty="0">
                <a:solidFill>
                  <a:schemeClr val="tx1"/>
                </a:solidFill>
              </a:rPr>
              <a:t> year and with EESC 422. Advance notice to department required  if credits are required for graduation in that year.  </a:t>
            </a:r>
          </a:p>
        </p:txBody>
      </p:sp>
      <p:sp>
        <p:nvSpPr>
          <p:cNvPr id="95" name="Rectangle 94"/>
          <p:cNvSpPr/>
          <p:nvPr/>
        </p:nvSpPr>
        <p:spPr>
          <a:xfrm>
            <a:off x="2842731" y="21919014"/>
            <a:ext cx="1549707" cy="903153"/>
          </a:xfrm>
          <a:prstGeom prst="rect">
            <a:avLst/>
          </a:prstGeom>
          <a:solidFill>
            <a:srgbClr val="FFCCCC">
              <a:alpha val="5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Transfer students double check any transfer credits with program advisor.</a:t>
            </a:r>
          </a:p>
        </p:txBody>
      </p:sp>
      <p:sp>
        <p:nvSpPr>
          <p:cNvPr id="96" name="Rectangle 95"/>
          <p:cNvSpPr/>
          <p:nvPr/>
        </p:nvSpPr>
        <p:spPr>
          <a:xfrm>
            <a:off x="818261" y="21827334"/>
            <a:ext cx="1364624" cy="1057609"/>
          </a:xfrm>
          <a:prstGeom prst="rect">
            <a:avLst/>
          </a:prstGeom>
          <a:solidFill>
            <a:srgbClr val="FFCCCC">
              <a:alpha val="5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Contact Program Advisor: Check any advanced placement credits</a:t>
            </a:r>
          </a:p>
        </p:txBody>
      </p:sp>
      <p:sp>
        <p:nvSpPr>
          <p:cNvPr id="98" name="Rectangle 97"/>
          <p:cNvSpPr/>
          <p:nvPr/>
        </p:nvSpPr>
        <p:spPr>
          <a:xfrm>
            <a:off x="15965225" y="20755131"/>
            <a:ext cx="1456148" cy="1358187"/>
          </a:xfrm>
          <a:prstGeom prst="rect">
            <a:avLst/>
          </a:prstGeom>
          <a:solidFill>
            <a:srgbClr val="FFCCCC">
              <a:alpha val="57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Apply for UBC Graduation by mid to late February</a:t>
            </a:r>
          </a:p>
        </p:txBody>
      </p:sp>
      <p:sp>
        <p:nvSpPr>
          <p:cNvPr id="94" name="Rectangle 93"/>
          <p:cNvSpPr/>
          <p:nvPr/>
        </p:nvSpPr>
        <p:spPr>
          <a:xfrm>
            <a:off x="5714769" y="15439775"/>
            <a:ext cx="1651917" cy="28256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CA" sz="1200" dirty="0">
                <a:solidFill>
                  <a:schemeClr val="tx1"/>
                </a:solidFill>
              </a:rPr>
              <a:t>One of:</a:t>
            </a:r>
          </a:p>
        </p:txBody>
      </p:sp>
      <p:sp>
        <p:nvSpPr>
          <p:cNvPr id="99" name="Rectangle 98"/>
          <p:cNvSpPr/>
          <p:nvPr/>
        </p:nvSpPr>
        <p:spPr>
          <a:xfrm>
            <a:off x="5778216" y="16962535"/>
            <a:ext cx="1534640" cy="119915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3 Credits Non-Science Elective Requirement</a:t>
            </a:r>
          </a:p>
          <a:p>
            <a:pPr algn="ctr"/>
            <a:r>
              <a:rPr lang="en-CA" sz="1200" dirty="0">
                <a:solidFill>
                  <a:schemeClr val="tx1"/>
                </a:solidFill>
              </a:rPr>
              <a:t>#2</a:t>
            </a:r>
          </a:p>
          <a:p>
            <a:pPr algn="ctr"/>
            <a:endParaRPr lang="en-CA" sz="1200" dirty="0">
              <a:solidFill>
                <a:schemeClr val="tx1"/>
              </a:solidFill>
            </a:endParaRPr>
          </a:p>
        </p:txBody>
      </p:sp>
      <p:sp>
        <p:nvSpPr>
          <p:cNvPr id="100" name="Rectangle 99"/>
          <p:cNvSpPr/>
          <p:nvPr/>
        </p:nvSpPr>
        <p:spPr>
          <a:xfrm>
            <a:off x="8538178" y="17340170"/>
            <a:ext cx="2947491" cy="536944"/>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EESC 212 Atmospheric Environments</a:t>
            </a:r>
          </a:p>
          <a:p>
            <a:pPr algn="ctr"/>
            <a:r>
              <a:rPr lang="en-CA" sz="1200" dirty="0">
                <a:solidFill>
                  <a:schemeClr val="tx1"/>
                </a:solidFill>
              </a:rPr>
              <a:t> (Two of EESC 101,  111, 121)</a:t>
            </a:r>
          </a:p>
        </p:txBody>
      </p:sp>
      <p:sp>
        <p:nvSpPr>
          <p:cNvPr id="101" name="Rectangle 100"/>
          <p:cNvSpPr/>
          <p:nvPr/>
        </p:nvSpPr>
        <p:spPr>
          <a:xfrm>
            <a:off x="8408143" y="17085602"/>
            <a:ext cx="3210953" cy="149241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CA" sz="1200" dirty="0">
                <a:solidFill>
                  <a:schemeClr val="tx1"/>
                </a:solidFill>
              </a:rPr>
              <a:t>One of:</a:t>
            </a:r>
          </a:p>
        </p:txBody>
      </p:sp>
      <p:sp>
        <p:nvSpPr>
          <p:cNvPr id="102" name="Rectangle 101"/>
          <p:cNvSpPr/>
          <p:nvPr/>
        </p:nvSpPr>
        <p:spPr>
          <a:xfrm>
            <a:off x="8537313" y="17927977"/>
            <a:ext cx="2948355" cy="5921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3 Credits Non-Science Elective Requirement</a:t>
            </a:r>
          </a:p>
          <a:p>
            <a:pPr algn="ctr"/>
            <a:r>
              <a:rPr lang="en-CA" sz="1200" dirty="0">
                <a:solidFill>
                  <a:schemeClr val="tx1"/>
                </a:solidFill>
              </a:rPr>
              <a:t>#2</a:t>
            </a:r>
          </a:p>
        </p:txBody>
      </p:sp>
      <p:sp>
        <p:nvSpPr>
          <p:cNvPr id="2" name="Rectangle 1">
            <a:extLst>
              <a:ext uri="{FF2B5EF4-FFF2-40B4-BE49-F238E27FC236}">
                <a16:creationId xmlns:a16="http://schemas.microsoft.com/office/drawing/2014/main" id="{D306B7F6-A821-624F-BFF5-30E6F838923B}"/>
              </a:ext>
            </a:extLst>
          </p:cNvPr>
          <p:cNvSpPr/>
          <p:nvPr/>
        </p:nvSpPr>
        <p:spPr>
          <a:xfrm>
            <a:off x="836694" y="11558165"/>
            <a:ext cx="973525" cy="83872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Chem 111</a:t>
            </a:r>
          </a:p>
          <a:p>
            <a:pPr algn="ctr"/>
            <a:r>
              <a:rPr lang="en-CA" sz="1200" dirty="0">
                <a:solidFill>
                  <a:schemeClr val="tx1"/>
                </a:solidFill>
              </a:rPr>
              <a:t>Biology for Sc. Majors</a:t>
            </a:r>
            <a:endParaRPr lang="en-CA" sz="1200" i="1" dirty="0">
              <a:solidFill>
                <a:schemeClr val="tx1"/>
              </a:solidFill>
            </a:endParaRPr>
          </a:p>
        </p:txBody>
      </p:sp>
      <p:sp>
        <p:nvSpPr>
          <p:cNvPr id="3" name="Rectangle 2">
            <a:extLst>
              <a:ext uri="{FF2B5EF4-FFF2-40B4-BE49-F238E27FC236}">
                <a16:creationId xmlns:a16="http://schemas.microsoft.com/office/drawing/2014/main" id="{CDFD4243-C380-0224-BBA0-D1AF876CE040}"/>
              </a:ext>
            </a:extLst>
          </p:cNvPr>
          <p:cNvSpPr/>
          <p:nvPr/>
        </p:nvSpPr>
        <p:spPr>
          <a:xfrm>
            <a:off x="2173533" y="11548246"/>
            <a:ext cx="973525" cy="836968"/>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Chem 113 </a:t>
            </a:r>
            <a:r>
              <a:rPr lang="en-CA" sz="1200" dirty="0">
                <a:solidFill>
                  <a:schemeClr val="tx1"/>
                </a:solidFill>
              </a:rPr>
              <a:t>Principles of Chemistry II</a:t>
            </a:r>
            <a:endParaRPr lang="en-CA" sz="1200" i="1" dirty="0">
              <a:solidFill>
                <a:schemeClr val="tx1"/>
              </a:solidFill>
            </a:endParaRPr>
          </a:p>
        </p:txBody>
      </p:sp>
      <p:sp>
        <p:nvSpPr>
          <p:cNvPr id="4" name="TextBox 3">
            <a:extLst>
              <a:ext uri="{FF2B5EF4-FFF2-40B4-BE49-F238E27FC236}">
                <a16:creationId xmlns:a16="http://schemas.microsoft.com/office/drawing/2014/main" id="{5502A327-D112-5C67-DE62-2BA6E822A6AD}"/>
              </a:ext>
            </a:extLst>
          </p:cNvPr>
          <p:cNvSpPr txBox="1"/>
          <p:nvPr/>
        </p:nvSpPr>
        <p:spPr>
          <a:xfrm>
            <a:off x="924974" y="7616452"/>
            <a:ext cx="1015086" cy="307777"/>
          </a:xfrm>
          <a:prstGeom prst="rect">
            <a:avLst/>
          </a:prstGeom>
          <a:noFill/>
        </p:spPr>
        <p:txBody>
          <a:bodyPr wrap="none" rtlCol="0">
            <a:spAutoFit/>
          </a:bodyPr>
          <a:lstStyle/>
          <a:p>
            <a:r>
              <a:rPr lang="en-CA" sz="1400" dirty="0"/>
              <a:t>Term 1. Fall</a:t>
            </a:r>
          </a:p>
        </p:txBody>
      </p:sp>
      <p:sp>
        <p:nvSpPr>
          <p:cNvPr id="5" name="TextBox 4">
            <a:extLst>
              <a:ext uri="{FF2B5EF4-FFF2-40B4-BE49-F238E27FC236}">
                <a16:creationId xmlns:a16="http://schemas.microsoft.com/office/drawing/2014/main" id="{89555F88-93AD-8AF9-CCD0-B062738A882F}"/>
              </a:ext>
            </a:extLst>
          </p:cNvPr>
          <p:cNvSpPr txBox="1"/>
          <p:nvPr/>
        </p:nvSpPr>
        <p:spPr>
          <a:xfrm>
            <a:off x="2028455" y="7613041"/>
            <a:ext cx="1274388" cy="307777"/>
          </a:xfrm>
          <a:prstGeom prst="rect">
            <a:avLst/>
          </a:prstGeom>
          <a:noFill/>
        </p:spPr>
        <p:txBody>
          <a:bodyPr wrap="none" rtlCol="0">
            <a:spAutoFit/>
          </a:bodyPr>
          <a:lstStyle/>
          <a:p>
            <a:r>
              <a:rPr lang="en-CA" sz="1400" dirty="0"/>
              <a:t>Term 2. Winter</a:t>
            </a:r>
          </a:p>
        </p:txBody>
      </p:sp>
      <p:cxnSp>
        <p:nvCxnSpPr>
          <p:cNvPr id="7" name="Straight Arrow Connector 6">
            <a:extLst>
              <a:ext uri="{FF2B5EF4-FFF2-40B4-BE49-F238E27FC236}">
                <a16:creationId xmlns:a16="http://schemas.microsoft.com/office/drawing/2014/main" id="{EC5A5844-5052-A294-C128-4A0E41D79D0E}"/>
              </a:ext>
            </a:extLst>
          </p:cNvPr>
          <p:cNvCxnSpPr>
            <a:cxnSpLocks/>
            <a:stCxn id="159" idx="3"/>
            <a:endCxn id="163" idx="1"/>
          </p:cNvCxnSpPr>
          <p:nvPr/>
        </p:nvCxnSpPr>
        <p:spPr>
          <a:xfrm>
            <a:off x="1915566" y="9389107"/>
            <a:ext cx="3303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5B4E82C-E71F-F2FE-CC7A-9A7A9AFE706C}"/>
              </a:ext>
            </a:extLst>
          </p:cNvPr>
          <p:cNvCxnSpPr>
            <a:cxnSpLocks/>
            <a:stCxn id="146" idx="3"/>
            <a:endCxn id="147" idx="1"/>
          </p:cNvCxnSpPr>
          <p:nvPr/>
        </p:nvCxnSpPr>
        <p:spPr>
          <a:xfrm>
            <a:off x="1891138" y="8328104"/>
            <a:ext cx="311522" cy="184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6829438-2AA8-42E3-E0CC-F1F5F43B3305}"/>
              </a:ext>
            </a:extLst>
          </p:cNvPr>
          <p:cNvCxnSpPr>
            <a:cxnSpLocks/>
            <a:stCxn id="169" idx="3"/>
            <a:endCxn id="170" idx="1"/>
          </p:cNvCxnSpPr>
          <p:nvPr/>
        </p:nvCxnSpPr>
        <p:spPr>
          <a:xfrm flipV="1">
            <a:off x="1869362" y="10725213"/>
            <a:ext cx="377192" cy="69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FCE6486-9E53-91D6-D1B7-9BB5C7283F02}"/>
              </a:ext>
            </a:extLst>
          </p:cNvPr>
          <p:cNvCxnSpPr>
            <a:cxnSpLocks/>
            <a:stCxn id="2" idx="3"/>
            <a:endCxn id="3" idx="1"/>
          </p:cNvCxnSpPr>
          <p:nvPr/>
        </p:nvCxnSpPr>
        <p:spPr>
          <a:xfrm flipV="1">
            <a:off x="1810219" y="11966730"/>
            <a:ext cx="363314" cy="10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7281DFD-3993-88D9-35DA-46FD35982EBF}"/>
              </a:ext>
            </a:extLst>
          </p:cNvPr>
          <p:cNvSpPr txBox="1"/>
          <p:nvPr/>
        </p:nvSpPr>
        <p:spPr>
          <a:xfrm>
            <a:off x="647217" y="12427698"/>
            <a:ext cx="319318" cy="276999"/>
          </a:xfrm>
          <a:prstGeom prst="rect">
            <a:avLst/>
          </a:prstGeom>
          <a:noFill/>
        </p:spPr>
        <p:txBody>
          <a:bodyPr wrap="none" rtlCol="0">
            <a:spAutoFit/>
          </a:bodyPr>
          <a:lstStyle/>
          <a:p>
            <a:r>
              <a:rPr lang="en-CA" sz="1200" dirty="0"/>
              <a:t>or</a:t>
            </a:r>
          </a:p>
        </p:txBody>
      </p:sp>
      <p:sp>
        <p:nvSpPr>
          <p:cNvPr id="23" name="Rectangle 22">
            <a:extLst>
              <a:ext uri="{FF2B5EF4-FFF2-40B4-BE49-F238E27FC236}">
                <a16:creationId xmlns:a16="http://schemas.microsoft.com/office/drawing/2014/main" id="{366596F0-E5AA-46E1-7D0A-F8E91C56F2E2}"/>
              </a:ext>
            </a:extLst>
          </p:cNvPr>
          <p:cNvSpPr/>
          <p:nvPr/>
        </p:nvSpPr>
        <p:spPr>
          <a:xfrm>
            <a:off x="836694" y="12663333"/>
            <a:ext cx="973525" cy="83872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Chem 121</a:t>
            </a:r>
          </a:p>
          <a:p>
            <a:pPr algn="ctr"/>
            <a:r>
              <a:rPr lang="en-CA" sz="1200" i="1" dirty="0">
                <a:solidFill>
                  <a:schemeClr val="tx1"/>
                </a:solidFill>
              </a:rPr>
              <a:t>Atomic and Molecular Chemistry</a:t>
            </a:r>
          </a:p>
        </p:txBody>
      </p:sp>
      <p:sp>
        <p:nvSpPr>
          <p:cNvPr id="24" name="Rectangle 23">
            <a:extLst>
              <a:ext uri="{FF2B5EF4-FFF2-40B4-BE49-F238E27FC236}">
                <a16:creationId xmlns:a16="http://schemas.microsoft.com/office/drawing/2014/main" id="{61506AAF-D2DB-6039-A86A-994E80818123}"/>
              </a:ext>
            </a:extLst>
          </p:cNvPr>
          <p:cNvSpPr/>
          <p:nvPr/>
        </p:nvSpPr>
        <p:spPr>
          <a:xfrm>
            <a:off x="2173533" y="12645346"/>
            <a:ext cx="973525" cy="83872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Chem 123</a:t>
            </a:r>
          </a:p>
          <a:p>
            <a:pPr algn="ctr"/>
            <a:r>
              <a:rPr lang="en-CA" sz="1200" dirty="0">
                <a:solidFill>
                  <a:schemeClr val="tx1"/>
                </a:solidFill>
              </a:rPr>
              <a:t>Physical and Organic Chemistry</a:t>
            </a:r>
            <a:endParaRPr lang="en-CA" sz="1200" i="1" dirty="0">
              <a:solidFill>
                <a:schemeClr val="tx1"/>
              </a:solidFill>
            </a:endParaRPr>
          </a:p>
        </p:txBody>
      </p:sp>
      <p:sp>
        <p:nvSpPr>
          <p:cNvPr id="29" name="Rectangle 28">
            <a:extLst>
              <a:ext uri="{FF2B5EF4-FFF2-40B4-BE49-F238E27FC236}">
                <a16:creationId xmlns:a16="http://schemas.microsoft.com/office/drawing/2014/main" id="{7004B770-01DB-B23A-F98F-F53A073AD739}"/>
              </a:ext>
            </a:extLst>
          </p:cNvPr>
          <p:cNvSpPr/>
          <p:nvPr/>
        </p:nvSpPr>
        <p:spPr>
          <a:xfrm>
            <a:off x="4163885" y="8837825"/>
            <a:ext cx="1005840" cy="6096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Biol_O-202</a:t>
            </a:r>
          </a:p>
          <a:p>
            <a:pPr algn="ctr"/>
            <a:r>
              <a:rPr lang="en-CA" sz="1200" dirty="0">
                <a:solidFill>
                  <a:schemeClr val="tx1"/>
                </a:solidFill>
              </a:rPr>
              <a:t>Intro to biostatistics</a:t>
            </a:r>
          </a:p>
        </p:txBody>
      </p:sp>
      <p:cxnSp>
        <p:nvCxnSpPr>
          <p:cNvPr id="32" name="Straight Arrow Connector 31">
            <a:extLst>
              <a:ext uri="{FF2B5EF4-FFF2-40B4-BE49-F238E27FC236}">
                <a16:creationId xmlns:a16="http://schemas.microsoft.com/office/drawing/2014/main" id="{E815F3E3-2395-D307-B497-2011300D2B97}"/>
              </a:ext>
            </a:extLst>
          </p:cNvPr>
          <p:cNvCxnSpPr>
            <a:cxnSpLocks/>
            <a:stCxn id="23" idx="3"/>
            <a:endCxn id="24" idx="1"/>
          </p:cNvCxnSpPr>
          <p:nvPr/>
        </p:nvCxnSpPr>
        <p:spPr>
          <a:xfrm flipV="1">
            <a:off x="1810219" y="13064711"/>
            <a:ext cx="363314" cy="17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6D0751FC-4197-2259-0DEF-BF455A028B07}"/>
              </a:ext>
            </a:extLst>
          </p:cNvPr>
          <p:cNvSpPr/>
          <p:nvPr/>
        </p:nvSpPr>
        <p:spPr>
          <a:xfrm>
            <a:off x="735240" y="11484544"/>
            <a:ext cx="2548485" cy="208225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Rectangle 42">
            <a:extLst>
              <a:ext uri="{FF2B5EF4-FFF2-40B4-BE49-F238E27FC236}">
                <a16:creationId xmlns:a16="http://schemas.microsoft.com/office/drawing/2014/main" id="{1175B991-E0AA-DBE6-E447-08B650AA99E0}"/>
              </a:ext>
            </a:extLst>
          </p:cNvPr>
          <p:cNvSpPr/>
          <p:nvPr/>
        </p:nvSpPr>
        <p:spPr>
          <a:xfrm>
            <a:off x="894377" y="14066230"/>
            <a:ext cx="973525" cy="83872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Physics 111</a:t>
            </a:r>
          </a:p>
          <a:p>
            <a:pPr algn="ctr"/>
            <a:r>
              <a:rPr lang="en-CA" sz="1200" dirty="0">
                <a:solidFill>
                  <a:schemeClr val="tx1"/>
                </a:solidFill>
              </a:rPr>
              <a:t>Physics</a:t>
            </a:r>
            <a:endParaRPr lang="en-CA" sz="1200" i="1" dirty="0">
              <a:solidFill>
                <a:schemeClr val="tx1"/>
              </a:solidFill>
            </a:endParaRPr>
          </a:p>
        </p:txBody>
      </p:sp>
      <p:sp>
        <p:nvSpPr>
          <p:cNvPr id="44" name="Rectangle 43">
            <a:extLst>
              <a:ext uri="{FF2B5EF4-FFF2-40B4-BE49-F238E27FC236}">
                <a16:creationId xmlns:a16="http://schemas.microsoft.com/office/drawing/2014/main" id="{22098501-74FE-58BA-8BB8-88842BDCC3B2}"/>
              </a:ext>
            </a:extLst>
          </p:cNvPr>
          <p:cNvSpPr/>
          <p:nvPr/>
        </p:nvSpPr>
        <p:spPr>
          <a:xfrm>
            <a:off x="2182885" y="14066230"/>
            <a:ext cx="973525" cy="83872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Physics 121</a:t>
            </a:r>
          </a:p>
          <a:p>
            <a:pPr algn="ctr"/>
            <a:r>
              <a:rPr lang="en-CA" sz="1200" dirty="0">
                <a:solidFill>
                  <a:schemeClr val="tx1"/>
                </a:solidFill>
              </a:rPr>
              <a:t>Physics</a:t>
            </a:r>
            <a:endParaRPr lang="en-CA" sz="1200" i="1" dirty="0">
              <a:solidFill>
                <a:schemeClr val="tx1"/>
              </a:solidFill>
            </a:endParaRPr>
          </a:p>
        </p:txBody>
      </p:sp>
      <p:sp>
        <p:nvSpPr>
          <p:cNvPr id="45" name="Rectangle 44">
            <a:extLst>
              <a:ext uri="{FF2B5EF4-FFF2-40B4-BE49-F238E27FC236}">
                <a16:creationId xmlns:a16="http://schemas.microsoft.com/office/drawing/2014/main" id="{5E40153C-ADE2-8C02-9E0D-C3E7DFCD0331}"/>
              </a:ext>
            </a:extLst>
          </p:cNvPr>
          <p:cNvSpPr/>
          <p:nvPr/>
        </p:nvSpPr>
        <p:spPr>
          <a:xfrm>
            <a:off x="894377" y="15125435"/>
            <a:ext cx="973525" cy="83872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Physics 112</a:t>
            </a:r>
          </a:p>
          <a:p>
            <a:pPr algn="ctr"/>
            <a:r>
              <a:rPr lang="en-CA" sz="1200" dirty="0">
                <a:solidFill>
                  <a:schemeClr val="tx1"/>
                </a:solidFill>
              </a:rPr>
              <a:t>Physics</a:t>
            </a:r>
            <a:endParaRPr lang="en-CA" sz="1200" i="1" dirty="0">
              <a:solidFill>
                <a:schemeClr val="tx1"/>
              </a:solidFill>
            </a:endParaRPr>
          </a:p>
        </p:txBody>
      </p:sp>
      <p:sp>
        <p:nvSpPr>
          <p:cNvPr id="46" name="Rectangle 45">
            <a:extLst>
              <a:ext uri="{FF2B5EF4-FFF2-40B4-BE49-F238E27FC236}">
                <a16:creationId xmlns:a16="http://schemas.microsoft.com/office/drawing/2014/main" id="{11B6A322-A6EE-D71B-CC41-771F2F3E04EC}"/>
              </a:ext>
            </a:extLst>
          </p:cNvPr>
          <p:cNvSpPr/>
          <p:nvPr/>
        </p:nvSpPr>
        <p:spPr>
          <a:xfrm>
            <a:off x="2204165" y="15125435"/>
            <a:ext cx="973525" cy="83872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Physics 122</a:t>
            </a:r>
          </a:p>
          <a:p>
            <a:pPr algn="ctr"/>
            <a:r>
              <a:rPr lang="en-CA" sz="1200" dirty="0">
                <a:solidFill>
                  <a:schemeClr val="tx1"/>
                </a:solidFill>
              </a:rPr>
              <a:t>Physics</a:t>
            </a:r>
            <a:endParaRPr lang="en-CA" sz="1200" i="1" dirty="0">
              <a:solidFill>
                <a:schemeClr val="tx1"/>
              </a:solidFill>
            </a:endParaRPr>
          </a:p>
        </p:txBody>
      </p:sp>
      <p:sp>
        <p:nvSpPr>
          <p:cNvPr id="47" name="TextBox 46">
            <a:extLst>
              <a:ext uri="{FF2B5EF4-FFF2-40B4-BE49-F238E27FC236}">
                <a16:creationId xmlns:a16="http://schemas.microsoft.com/office/drawing/2014/main" id="{DC70F0B9-648B-FD6E-4C62-84A4429E81E7}"/>
              </a:ext>
            </a:extLst>
          </p:cNvPr>
          <p:cNvSpPr txBox="1"/>
          <p:nvPr/>
        </p:nvSpPr>
        <p:spPr>
          <a:xfrm>
            <a:off x="673555" y="14862847"/>
            <a:ext cx="319318" cy="276999"/>
          </a:xfrm>
          <a:prstGeom prst="rect">
            <a:avLst/>
          </a:prstGeom>
          <a:noFill/>
        </p:spPr>
        <p:txBody>
          <a:bodyPr wrap="none" rtlCol="0">
            <a:spAutoFit/>
          </a:bodyPr>
          <a:lstStyle/>
          <a:p>
            <a:r>
              <a:rPr lang="en-CA" sz="1200" dirty="0"/>
              <a:t>or</a:t>
            </a:r>
          </a:p>
        </p:txBody>
      </p:sp>
      <p:cxnSp>
        <p:nvCxnSpPr>
          <p:cNvPr id="48" name="Straight Arrow Connector 47">
            <a:extLst>
              <a:ext uri="{FF2B5EF4-FFF2-40B4-BE49-F238E27FC236}">
                <a16:creationId xmlns:a16="http://schemas.microsoft.com/office/drawing/2014/main" id="{12E67416-D3BE-CFFD-1476-E2F1E6AC3160}"/>
              </a:ext>
            </a:extLst>
          </p:cNvPr>
          <p:cNvCxnSpPr>
            <a:cxnSpLocks/>
            <a:stCxn id="43" idx="3"/>
            <a:endCxn id="44" idx="1"/>
          </p:cNvCxnSpPr>
          <p:nvPr/>
        </p:nvCxnSpPr>
        <p:spPr>
          <a:xfrm>
            <a:off x="1867902" y="14485595"/>
            <a:ext cx="3149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99837D5-9969-62D6-28B1-C4671B5010EA}"/>
              </a:ext>
            </a:extLst>
          </p:cNvPr>
          <p:cNvCxnSpPr>
            <a:cxnSpLocks/>
            <a:stCxn id="45" idx="3"/>
            <a:endCxn id="46" idx="1"/>
          </p:cNvCxnSpPr>
          <p:nvPr/>
        </p:nvCxnSpPr>
        <p:spPr>
          <a:xfrm>
            <a:off x="1867902" y="15544800"/>
            <a:ext cx="3362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7286A972-A751-7293-255C-34DEED4D6E9E}"/>
              </a:ext>
            </a:extLst>
          </p:cNvPr>
          <p:cNvCxnSpPr>
            <a:cxnSpLocks/>
            <a:stCxn id="159" idx="3"/>
            <a:endCxn id="29" idx="1"/>
          </p:cNvCxnSpPr>
          <p:nvPr/>
        </p:nvCxnSpPr>
        <p:spPr>
          <a:xfrm flipV="1">
            <a:off x="1915566" y="9142625"/>
            <a:ext cx="2248319" cy="246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7F7213F3-5543-B857-4093-3802E0746FAD}"/>
              </a:ext>
            </a:extLst>
          </p:cNvPr>
          <p:cNvSpPr/>
          <p:nvPr/>
        </p:nvSpPr>
        <p:spPr>
          <a:xfrm>
            <a:off x="4144072" y="9583101"/>
            <a:ext cx="1005840" cy="6096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b="1" dirty="0">
                <a:solidFill>
                  <a:schemeClr val="tx1"/>
                </a:solidFill>
              </a:rPr>
              <a:t>STAT_O - 230</a:t>
            </a:r>
          </a:p>
          <a:p>
            <a:pPr algn="ctr"/>
            <a:r>
              <a:rPr lang="en-CA" sz="1200" dirty="0">
                <a:solidFill>
                  <a:schemeClr val="tx1"/>
                </a:solidFill>
              </a:rPr>
              <a:t>Intro to Stats</a:t>
            </a:r>
          </a:p>
        </p:txBody>
      </p:sp>
      <p:cxnSp>
        <p:nvCxnSpPr>
          <p:cNvPr id="57" name="Straight Arrow Connector 56">
            <a:extLst>
              <a:ext uri="{FF2B5EF4-FFF2-40B4-BE49-F238E27FC236}">
                <a16:creationId xmlns:a16="http://schemas.microsoft.com/office/drawing/2014/main" id="{C5F99921-E1A1-5A48-5202-94612FC7699A}"/>
              </a:ext>
            </a:extLst>
          </p:cNvPr>
          <p:cNvCxnSpPr>
            <a:cxnSpLocks/>
            <a:stCxn id="159" idx="3"/>
            <a:endCxn id="56" idx="1"/>
          </p:cNvCxnSpPr>
          <p:nvPr/>
        </p:nvCxnSpPr>
        <p:spPr>
          <a:xfrm>
            <a:off x="1915566" y="9389107"/>
            <a:ext cx="2228506" cy="4987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C88C6B3-F371-47F0-D7ED-4E2F9977403E}"/>
              </a:ext>
            </a:extLst>
          </p:cNvPr>
          <p:cNvSpPr txBox="1"/>
          <p:nvPr/>
        </p:nvSpPr>
        <p:spPr>
          <a:xfrm>
            <a:off x="3881841" y="9370991"/>
            <a:ext cx="319318" cy="276999"/>
          </a:xfrm>
          <a:prstGeom prst="rect">
            <a:avLst/>
          </a:prstGeom>
          <a:noFill/>
        </p:spPr>
        <p:txBody>
          <a:bodyPr wrap="none" rtlCol="0">
            <a:spAutoFit/>
          </a:bodyPr>
          <a:lstStyle/>
          <a:p>
            <a:r>
              <a:rPr lang="en-CA" sz="1200" dirty="0"/>
              <a:t>or</a:t>
            </a:r>
          </a:p>
        </p:txBody>
      </p:sp>
      <p:cxnSp>
        <p:nvCxnSpPr>
          <p:cNvPr id="69" name="Straight Arrow Connector 68">
            <a:extLst>
              <a:ext uri="{FF2B5EF4-FFF2-40B4-BE49-F238E27FC236}">
                <a16:creationId xmlns:a16="http://schemas.microsoft.com/office/drawing/2014/main" id="{AA5426EE-B1B1-22F6-07A7-F87B6E38917A}"/>
              </a:ext>
            </a:extLst>
          </p:cNvPr>
          <p:cNvCxnSpPr>
            <a:cxnSpLocks/>
            <a:stCxn id="146" idx="3"/>
            <a:endCxn id="148" idx="1"/>
          </p:cNvCxnSpPr>
          <p:nvPr/>
        </p:nvCxnSpPr>
        <p:spPr>
          <a:xfrm flipV="1">
            <a:off x="1891138" y="8224428"/>
            <a:ext cx="3993312" cy="103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7DB1227-DA0A-EEDA-44DB-E57CEA3B81FA}"/>
              </a:ext>
            </a:extLst>
          </p:cNvPr>
          <p:cNvCxnSpPr>
            <a:cxnSpLocks/>
            <a:stCxn id="147" idx="3"/>
            <a:endCxn id="148" idx="1"/>
          </p:cNvCxnSpPr>
          <p:nvPr/>
        </p:nvCxnSpPr>
        <p:spPr>
          <a:xfrm flipV="1">
            <a:off x="3166833" y="8224428"/>
            <a:ext cx="2717617" cy="1220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72F7C7F-E8E0-5118-D013-A37E2443D671}"/>
              </a:ext>
            </a:extLst>
          </p:cNvPr>
          <p:cNvCxnSpPr>
            <a:cxnSpLocks/>
            <a:stCxn id="146" idx="3"/>
            <a:endCxn id="131" idx="1"/>
          </p:cNvCxnSpPr>
          <p:nvPr/>
        </p:nvCxnSpPr>
        <p:spPr>
          <a:xfrm flipV="1">
            <a:off x="1891138" y="8218501"/>
            <a:ext cx="2194541" cy="1096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838FDC82-4996-48AF-0A20-0777E86A1119}"/>
              </a:ext>
            </a:extLst>
          </p:cNvPr>
          <p:cNvCxnSpPr>
            <a:cxnSpLocks/>
            <a:stCxn id="147" idx="3"/>
            <a:endCxn id="131" idx="1"/>
          </p:cNvCxnSpPr>
          <p:nvPr/>
        </p:nvCxnSpPr>
        <p:spPr>
          <a:xfrm flipV="1">
            <a:off x="3166833" y="8218501"/>
            <a:ext cx="918846" cy="128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1" name="Rectangle 210">
            <a:extLst>
              <a:ext uri="{FF2B5EF4-FFF2-40B4-BE49-F238E27FC236}">
                <a16:creationId xmlns:a16="http://schemas.microsoft.com/office/drawing/2014/main" id="{F97CCA0A-5E1C-8E18-FD7F-03C75ED7DF5E}"/>
              </a:ext>
            </a:extLst>
          </p:cNvPr>
          <p:cNvSpPr/>
          <p:nvPr/>
        </p:nvSpPr>
        <p:spPr>
          <a:xfrm>
            <a:off x="735239" y="13987694"/>
            <a:ext cx="2548485" cy="208225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2" name="Rectangle 211">
            <a:extLst>
              <a:ext uri="{FF2B5EF4-FFF2-40B4-BE49-F238E27FC236}">
                <a16:creationId xmlns:a16="http://schemas.microsoft.com/office/drawing/2014/main" id="{542EE32F-BC21-E999-24EA-02A7D7E662A5}"/>
              </a:ext>
            </a:extLst>
          </p:cNvPr>
          <p:cNvSpPr/>
          <p:nvPr/>
        </p:nvSpPr>
        <p:spPr>
          <a:xfrm>
            <a:off x="3901373" y="8649940"/>
            <a:ext cx="3587300" cy="1671493"/>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5" name="TextBox 214">
            <a:extLst>
              <a:ext uri="{FF2B5EF4-FFF2-40B4-BE49-F238E27FC236}">
                <a16:creationId xmlns:a16="http://schemas.microsoft.com/office/drawing/2014/main" id="{4A823655-1861-C2C6-A1BB-0E6FF81218CD}"/>
              </a:ext>
            </a:extLst>
          </p:cNvPr>
          <p:cNvSpPr txBox="1"/>
          <p:nvPr/>
        </p:nvSpPr>
        <p:spPr>
          <a:xfrm>
            <a:off x="5924674" y="7607705"/>
            <a:ext cx="1274388" cy="307777"/>
          </a:xfrm>
          <a:prstGeom prst="rect">
            <a:avLst/>
          </a:prstGeom>
          <a:noFill/>
        </p:spPr>
        <p:txBody>
          <a:bodyPr wrap="none" rtlCol="0">
            <a:spAutoFit/>
          </a:bodyPr>
          <a:lstStyle/>
          <a:p>
            <a:r>
              <a:rPr lang="en-CA" sz="1400" dirty="0"/>
              <a:t>Term 2. Winter</a:t>
            </a:r>
          </a:p>
        </p:txBody>
      </p:sp>
      <p:sp>
        <p:nvSpPr>
          <p:cNvPr id="216" name="TextBox 215">
            <a:extLst>
              <a:ext uri="{FF2B5EF4-FFF2-40B4-BE49-F238E27FC236}">
                <a16:creationId xmlns:a16="http://schemas.microsoft.com/office/drawing/2014/main" id="{46701701-2A27-8583-106A-2F7C61B61C9E}"/>
              </a:ext>
            </a:extLst>
          </p:cNvPr>
          <p:cNvSpPr txBox="1"/>
          <p:nvPr/>
        </p:nvSpPr>
        <p:spPr>
          <a:xfrm>
            <a:off x="10423758" y="7574122"/>
            <a:ext cx="1274388" cy="307777"/>
          </a:xfrm>
          <a:prstGeom prst="rect">
            <a:avLst/>
          </a:prstGeom>
          <a:noFill/>
        </p:spPr>
        <p:txBody>
          <a:bodyPr wrap="none" rtlCol="0">
            <a:spAutoFit/>
          </a:bodyPr>
          <a:lstStyle/>
          <a:p>
            <a:r>
              <a:rPr lang="en-CA" sz="1400" dirty="0"/>
              <a:t>Term 2. Winter</a:t>
            </a:r>
          </a:p>
        </p:txBody>
      </p:sp>
      <p:sp>
        <p:nvSpPr>
          <p:cNvPr id="217" name="TextBox 216">
            <a:extLst>
              <a:ext uri="{FF2B5EF4-FFF2-40B4-BE49-F238E27FC236}">
                <a16:creationId xmlns:a16="http://schemas.microsoft.com/office/drawing/2014/main" id="{BC6EA822-A1C3-82AF-7209-718705AC2344}"/>
              </a:ext>
            </a:extLst>
          </p:cNvPr>
          <p:cNvSpPr txBox="1"/>
          <p:nvPr/>
        </p:nvSpPr>
        <p:spPr>
          <a:xfrm>
            <a:off x="16074234" y="7628277"/>
            <a:ext cx="1274388" cy="307777"/>
          </a:xfrm>
          <a:prstGeom prst="rect">
            <a:avLst/>
          </a:prstGeom>
          <a:noFill/>
        </p:spPr>
        <p:txBody>
          <a:bodyPr wrap="none" rtlCol="0">
            <a:spAutoFit/>
          </a:bodyPr>
          <a:lstStyle/>
          <a:p>
            <a:r>
              <a:rPr lang="en-CA" sz="1400" dirty="0"/>
              <a:t>Term 2. Winter</a:t>
            </a:r>
          </a:p>
        </p:txBody>
      </p:sp>
      <p:sp>
        <p:nvSpPr>
          <p:cNvPr id="218" name="TextBox 217">
            <a:extLst>
              <a:ext uri="{FF2B5EF4-FFF2-40B4-BE49-F238E27FC236}">
                <a16:creationId xmlns:a16="http://schemas.microsoft.com/office/drawing/2014/main" id="{CD70FCA7-9B26-D338-8A54-B7BEC288DF1E}"/>
              </a:ext>
            </a:extLst>
          </p:cNvPr>
          <p:cNvSpPr txBox="1"/>
          <p:nvPr/>
        </p:nvSpPr>
        <p:spPr>
          <a:xfrm>
            <a:off x="14263655" y="7647312"/>
            <a:ext cx="1015086" cy="307777"/>
          </a:xfrm>
          <a:prstGeom prst="rect">
            <a:avLst/>
          </a:prstGeom>
          <a:noFill/>
        </p:spPr>
        <p:txBody>
          <a:bodyPr wrap="none" rtlCol="0">
            <a:spAutoFit/>
          </a:bodyPr>
          <a:lstStyle/>
          <a:p>
            <a:r>
              <a:rPr lang="en-CA" sz="1400" dirty="0"/>
              <a:t>Term 1. Fall</a:t>
            </a:r>
          </a:p>
        </p:txBody>
      </p:sp>
      <p:sp>
        <p:nvSpPr>
          <p:cNvPr id="221" name="TextBox 220">
            <a:extLst>
              <a:ext uri="{FF2B5EF4-FFF2-40B4-BE49-F238E27FC236}">
                <a16:creationId xmlns:a16="http://schemas.microsoft.com/office/drawing/2014/main" id="{1BD1B153-7772-7908-C0EB-3832CCEE497B}"/>
              </a:ext>
            </a:extLst>
          </p:cNvPr>
          <p:cNvSpPr txBox="1"/>
          <p:nvPr/>
        </p:nvSpPr>
        <p:spPr>
          <a:xfrm>
            <a:off x="8569340" y="7563675"/>
            <a:ext cx="1015086" cy="307777"/>
          </a:xfrm>
          <a:prstGeom prst="rect">
            <a:avLst/>
          </a:prstGeom>
          <a:noFill/>
        </p:spPr>
        <p:txBody>
          <a:bodyPr wrap="none" rtlCol="0">
            <a:spAutoFit/>
          </a:bodyPr>
          <a:lstStyle/>
          <a:p>
            <a:r>
              <a:rPr lang="en-CA" sz="1400" dirty="0"/>
              <a:t>Term 1. Fall</a:t>
            </a:r>
          </a:p>
        </p:txBody>
      </p:sp>
      <p:sp>
        <p:nvSpPr>
          <p:cNvPr id="223" name="TextBox 222">
            <a:extLst>
              <a:ext uri="{FF2B5EF4-FFF2-40B4-BE49-F238E27FC236}">
                <a16:creationId xmlns:a16="http://schemas.microsoft.com/office/drawing/2014/main" id="{2E098F70-11DA-7BBA-9442-94215A8358BC}"/>
              </a:ext>
            </a:extLst>
          </p:cNvPr>
          <p:cNvSpPr txBox="1"/>
          <p:nvPr/>
        </p:nvSpPr>
        <p:spPr>
          <a:xfrm>
            <a:off x="4149683" y="7623467"/>
            <a:ext cx="1015086" cy="307777"/>
          </a:xfrm>
          <a:prstGeom prst="rect">
            <a:avLst/>
          </a:prstGeom>
          <a:noFill/>
        </p:spPr>
        <p:txBody>
          <a:bodyPr wrap="none" rtlCol="0">
            <a:spAutoFit/>
          </a:bodyPr>
          <a:lstStyle/>
          <a:p>
            <a:r>
              <a:rPr lang="en-CA" sz="1400" dirty="0"/>
              <a:t>Term 1. Fall</a:t>
            </a:r>
          </a:p>
        </p:txBody>
      </p:sp>
      <p:sp>
        <p:nvSpPr>
          <p:cNvPr id="224" name="Rectangle 223">
            <a:extLst>
              <a:ext uri="{FF2B5EF4-FFF2-40B4-BE49-F238E27FC236}">
                <a16:creationId xmlns:a16="http://schemas.microsoft.com/office/drawing/2014/main" id="{3F67E91F-0622-63B6-8F6D-BDFCC3A7638D}"/>
              </a:ext>
            </a:extLst>
          </p:cNvPr>
          <p:cNvSpPr/>
          <p:nvPr/>
        </p:nvSpPr>
        <p:spPr>
          <a:xfrm>
            <a:off x="16051589" y="8699251"/>
            <a:ext cx="1633818" cy="80738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EESC 413</a:t>
            </a:r>
          </a:p>
          <a:p>
            <a:pPr algn="ctr"/>
            <a:r>
              <a:rPr lang="en-CA" sz="1200" dirty="0">
                <a:solidFill>
                  <a:schemeClr val="tx1"/>
                </a:solidFill>
              </a:rPr>
              <a:t>Analytical Methods in Hydrology</a:t>
            </a:r>
          </a:p>
          <a:p>
            <a:pPr algn="ctr"/>
            <a:endParaRPr lang="en-CA" sz="1200" i="1" dirty="0">
              <a:solidFill>
                <a:schemeClr val="tx1"/>
              </a:solidFill>
            </a:endParaRPr>
          </a:p>
        </p:txBody>
      </p:sp>
      <p:sp>
        <p:nvSpPr>
          <p:cNvPr id="226" name="Rectangle 225">
            <a:extLst>
              <a:ext uri="{FF2B5EF4-FFF2-40B4-BE49-F238E27FC236}">
                <a16:creationId xmlns:a16="http://schemas.microsoft.com/office/drawing/2014/main" id="{21852116-0605-4314-1D22-3944B3180886}"/>
              </a:ext>
            </a:extLst>
          </p:cNvPr>
          <p:cNvSpPr/>
          <p:nvPr/>
        </p:nvSpPr>
        <p:spPr>
          <a:xfrm>
            <a:off x="14183030" y="7999100"/>
            <a:ext cx="1512000" cy="534279"/>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200" dirty="0">
                <a:solidFill>
                  <a:schemeClr val="tx1"/>
                </a:solidFill>
              </a:rPr>
              <a:t>EESC 342</a:t>
            </a:r>
          </a:p>
          <a:p>
            <a:pPr algn="ctr"/>
            <a:r>
              <a:rPr lang="en-CA" sz="1200" dirty="0">
                <a:solidFill>
                  <a:schemeClr val="tx1"/>
                </a:solidFill>
              </a:rPr>
              <a:t> Hydrogeology</a:t>
            </a:r>
            <a:endParaRPr lang="en-CA" sz="1200" i="1" dirty="0">
              <a:solidFill>
                <a:schemeClr val="tx1"/>
              </a:solidFill>
            </a:endParaRPr>
          </a:p>
        </p:txBody>
      </p:sp>
      <p:sp>
        <p:nvSpPr>
          <p:cNvPr id="229" name="TextBox 228">
            <a:extLst>
              <a:ext uri="{FF2B5EF4-FFF2-40B4-BE49-F238E27FC236}">
                <a16:creationId xmlns:a16="http://schemas.microsoft.com/office/drawing/2014/main" id="{95FAAE90-9113-5681-0073-A1538D158911}"/>
              </a:ext>
            </a:extLst>
          </p:cNvPr>
          <p:cNvSpPr txBox="1"/>
          <p:nvPr/>
        </p:nvSpPr>
        <p:spPr>
          <a:xfrm>
            <a:off x="778452" y="17915476"/>
            <a:ext cx="2431593" cy="2492990"/>
          </a:xfrm>
          <a:prstGeom prst="rect">
            <a:avLst/>
          </a:prstGeom>
          <a:noFill/>
        </p:spPr>
        <p:txBody>
          <a:bodyPr wrap="square" rtlCol="0">
            <a:spAutoFit/>
          </a:bodyPr>
          <a:lstStyle/>
          <a:p>
            <a:pPr algn="l">
              <a:buNone/>
            </a:pPr>
            <a:r>
              <a:rPr lang="en-CA" sz="1200" b="1" i="0" dirty="0">
                <a:solidFill>
                  <a:srgbClr val="000000"/>
                </a:solidFill>
                <a:effectLst/>
                <a:latin typeface="Times New Roman" panose="02020603050405020304" pitchFamily="18" charset="0"/>
              </a:rPr>
              <a:t>Enrichment Ideas</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Introductory GIS Certificate (e.g., ESRI ArcGIS online) – builds mapmaking and spatial data literacy.</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UBCO summer workshops in basic R or Python for data handling.</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Volunteer with local stewardship groups (e.g., Okanagan Nation Alliance, OBWB) for early exposure to applied freshwater work.</a:t>
            </a:r>
          </a:p>
        </p:txBody>
      </p:sp>
      <p:sp>
        <p:nvSpPr>
          <p:cNvPr id="231" name="TextBox 230">
            <a:extLst>
              <a:ext uri="{FF2B5EF4-FFF2-40B4-BE49-F238E27FC236}">
                <a16:creationId xmlns:a16="http://schemas.microsoft.com/office/drawing/2014/main" id="{679592F4-0EB1-56CB-4B2F-DD5A802F4A64}"/>
              </a:ext>
            </a:extLst>
          </p:cNvPr>
          <p:cNvSpPr txBox="1"/>
          <p:nvPr/>
        </p:nvSpPr>
        <p:spPr>
          <a:xfrm>
            <a:off x="3908164" y="18359044"/>
            <a:ext cx="3580509" cy="1938992"/>
          </a:xfrm>
          <a:prstGeom prst="rect">
            <a:avLst/>
          </a:prstGeom>
          <a:noFill/>
        </p:spPr>
        <p:txBody>
          <a:bodyPr wrap="square">
            <a:spAutoFit/>
          </a:bodyPr>
          <a:lstStyle/>
          <a:p>
            <a:pPr algn="l">
              <a:buNone/>
            </a:pPr>
            <a:r>
              <a:rPr lang="en-CA" sz="1200" b="1" i="0" dirty="0">
                <a:solidFill>
                  <a:srgbClr val="000000"/>
                </a:solidFill>
                <a:effectLst/>
                <a:latin typeface="Times New Roman" panose="02020603050405020304" pitchFamily="18" charset="0"/>
              </a:rPr>
              <a:t>Enrichment Ideas</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Hydrometric Summer Field Course (OBWB/partner micro-credential in development): hands-on training with gauging stations, flow measurements, and data logging.</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BC Ministry of Environment/DFO Electrofishing Certification – a field-ready skill required for fisheries jobs.</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Summer Co-op or NSERC USRA – apply theory in research or applied water agency setting.</a:t>
            </a:r>
          </a:p>
        </p:txBody>
      </p:sp>
      <p:sp>
        <p:nvSpPr>
          <p:cNvPr id="233" name="TextBox 232">
            <a:extLst>
              <a:ext uri="{FF2B5EF4-FFF2-40B4-BE49-F238E27FC236}">
                <a16:creationId xmlns:a16="http://schemas.microsoft.com/office/drawing/2014/main" id="{B5740068-E5B8-56B5-61A5-9F0B3ABBEB1D}"/>
              </a:ext>
            </a:extLst>
          </p:cNvPr>
          <p:cNvSpPr txBox="1"/>
          <p:nvPr/>
        </p:nvSpPr>
        <p:spPr>
          <a:xfrm>
            <a:off x="17913983" y="16797765"/>
            <a:ext cx="2202817" cy="3600986"/>
          </a:xfrm>
          <a:prstGeom prst="rect">
            <a:avLst/>
          </a:prstGeom>
          <a:noFill/>
        </p:spPr>
        <p:txBody>
          <a:bodyPr wrap="square">
            <a:spAutoFit/>
          </a:bodyPr>
          <a:lstStyle/>
          <a:p>
            <a:pPr algn="l">
              <a:buNone/>
            </a:pPr>
            <a:r>
              <a:rPr lang="en-CA" sz="1200" b="1" i="0" dirty="0">
                <a:solidFill>
                  <a:srgbClr val="000000"/>
                </a:solidFill>
                <a:effectLst/>
                <a:latin typeface="Times New Roman" panose="02020603050405020304" pitchFamily="18" charset="0"/>
              </a:rPr>
              <a:t>Enrichment Ideas </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Advanced GIS &amp; Spatial Analysis Certificate – ArcGIS Pro or QGIS.</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Hydrological &amp; Climate Modelling Workshops – exposure to coupled surface/groundwater models, EFN apps.</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Research Thesis (EESC 449 – Honours) or Directed Studies – recommended for grad school or policy work.</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Applied summer school abroad – e.g., Vienna </a:t>
            </a:r>
            <a:r>
              <a:rPr lang="en-CA" sz="1200" b="0" i="0" dirty="0" err="1">
                <a:solidFill>
                  <a:srgbClr val="000000"/>
                </a:solidFill>
                <a:effectLst/>
                <a:latin typeface="Times New Roman" panose="02020603050405020304" pitchFamily="18" charset="0"/>
              </a:rPr>
              <a:t>Hydroinformatics</a:t>
            </a:r>
            <a:r>
              <a:rPr lang="en-CA" sz="1200" b="0" i="0" dirty="0">
                <a:solidFill>
                  <a:srgbClr val="000000"/>
                </a:solidFill>
                <a:effectLst/>
                <a:latin typeface="Times New Roman" panose="02020603050405020304" pitchFamily="18" charset="0"/>
              </a:rPr>
              <a:t> School, UNESCO-IHE (Netherlands), or summer field schools in watershed management.</a:t>
            </a:r>
          </a:p>
        </p:txBody>
      </p:sp>
      <p:sp>
        <p:nvSpPr>
          <p:cNvPr id="235" name="TextBox 234">
            <a:extLst>
              <a:ext uri="{FF2B5EF4-FFF2-40B4-BE49-F238E27FC236}">
                <a16:creationId xmlns:a16="http://schemas.microsoft.com/office/drawing/2014/main" id="{5FAC9120-4316-3D67-67C7-38DD5AF07125}"/>
              </a:ext>
            </a:extLst>
          </p:cNvPr>
          <p:cNvSpPr txBox="1"/>
          <p:nvPr/>
        </p:nvSpPr>
        <p:spPr>
          <a:xfrm>
            <a:off x="11786924" y="16153618"/>
            <a:ext cx="1938960" cy="4339650"/>
          </a:xfrm>
          <a:prstGeom prst="rect">
            <a:avLst/>
          </a:prstGeom>
          <a:noFill/>
        </p:spPr>
        <p:txBody>
          <a:bodyPr wrap="square">
            <a:spAutoFit/>
          </a:bodyPr>
          <a:lstStyle/>
          <a:p>
            <a:pPr algn="l">
              <a:buNone/>
            </a:pPr>
            <a:r>
              <a:rPr lang="en-CA" sz="1200" b="1" i="0" dirty="0">
                <a:solidFill>
                  <a:srgbClr val="000000"/>
                </a:solidFill>
                <a:effectLst/>
                <a:latin typeface="Times New Roman" panose="02020603050405020304" pitchFamily="18" charset="0"/>
              </a:rPr>
              <a:t>Enrichment Ideas</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Summer Remote Sensing &amp; Mapping Workshop – UAV (drone) photogrammetry, LiDAR, or satellite imagery analysis (Sentinel, Landsat).</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Introductory Hydrologic Modelling (Raven or SWAT) short course (Waterloo/UBC).</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Field Methods in Aquatic Ecology (through Bamfield Marine Sciences Centre or equivalent).</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Internship with an environmental consulting firm (Associated Engineering, NHC, etc.) to gain applied mapping and modelling skills.</a:t>
            </a:r>
          </a:p>
        </p:txBody>
      </p:sp>
      <p:sp>
        <p:nvSpPr>
          <p:cNvPr id="237" name="TextBox 236">
            <a:extLst>
              <a:ext uri="{FF2B5EF4-FFF2-40B4-BE49-F238E27FC236}">
                <a16:creationId xmlns:a16="http://schemas.microsoft.com/office/drawing/2014/main" id="{0382B3CB-A26F-A416-CE1F-E950AB8227BD}"/>
              </a:ext>
            </a:extLst>
          </p:cNvPr>
          <p:cNvSpPr txBox="1"/>
          <p:nvPr/>
        </p:nvSpPr>
        <p:spPr>
          <a:xfrm>
            <a:off x="4158993" y="23478903"/>
            <a:ext cx="4369374" cy="2308324"/>
          </a:xfrm>
          <a:prstGeom prst="rect">
            <a:avLst/>
          </a:prstGeom>
          <a:noFill/>
        </p:spPr>
        <p:txBody>
          <a:bodyPr wrap="square">
            <a:spAutoFit/>
          </a:bodyPr>
          <a:lstStyle/>
          <a:p>
            <a:pPr algn="l">
              <a:buNone/>
            </a:pPr>
            <a:r>
              <a:rPr lang="en-CA" sz="1200" b="1" i="0" dirty="0">
                <a:solidFill>
                  <a:srgbClr val="000000"/>
                </a:solidFill>
                <a:effectLst/>
                <a:latin typeface="Times New Roman" panose="02020603050405020304" pitchFamily="18" charset="0"/>
              </a:rPr>
              <a:t>Program Bolstering – General Recommendations</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Field Camps &amp; Micro-Credentials: UBCO and OBWB are developing Hydrometric Monitoring Micro-Credential (with ONA and industry partners).</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Professional Certification Prep: Stream electives toward professional designations (</a:t>
            </a:r>
            <a:r>
              <a:rPr lang="en-CA" sz="1200" b="0" i="0" dirty="0" err="1">
                <a:solidFill>
                  <a:srgbClr val="000000"/>
                </a:solidFill>
                <a:effectLst/>
                <a:latin typeface="Times New Roman" panose="02020603050405020304" pitchFamily="18" charset="0"/>
              </a:rPr>
              <a:t>RPBio</a:t>
            </a:r>
            <a:r>
              <a:rPr lang="en-CA" sz="1200" b="0" i="0" dirty="0">
                <a:solidFill>
                  <a:srgbClr val="000000"/>
                </a:solidFill>
                <a:effectLst/>
                <a:latin typeface="Times New Roman" panose="02020603050405020304" pitchFamily="18" charset="0"/>
              </a:rPr>
              <a:t>, </a:t>
            </a:r>
            <a:r>
              <a:rPr lang="en-CA" sz="1200" b="0" i="0" dirty="0" err="1">
                <a:solidFill>
                  <a:srgbClr val="000000"/>
                </a:solidFill>
                <a:effectLst/>
                <a:latin typeface="Times New Roman" panose="02020603050405020304" pitchFamily="18" charset="0"/>
              </a:rPr>
              <a:t>P.Geo</a:t>
            </a:r>
            <a:r>
              <a:rPr lang="en-CA" sz="1200" b="0" i="0" dirty="0">
                <a:solidFill>
                  <a:srgbClr val="000000"/>
                </a:solidFill>
                <a:effectLst/>
                <a:latin typeface="Times New Roman" panose="02020603050405020304" pitchFamily="18" charset="0"/>
              </a:rPr>
              <a:t>., </a:t>
            </a:r>
            <a:r>
              <a:rPr lang="en-CA" sz="1200" b="0" i="0" dirty="0" err="1">
                <a:solidFill>
                  <a:srgbClr val="000000"/>
                </a:solidFill>
                <a:effectLst/>
                <a:latin typeface="Times New Roman" panose="02020603050405020304" pitchFamily="18" charset="0"/>
              </a:rPr>
              <a:t>P.Ag</a:t>
            </a:r>
            <a:r>
              <a:rPr lang="en-CA" sz="1200" b="0" i="0" dirty="0">
                <a:solidFill>
                  <a:srgbClr val="000000"/>
                </a:solidFill>
                <a:effectLst/>
                <a:latin typeface="Times New Roman" panose="02020603050405020304" pitchFamily="18" charset="0"/>
              </a:rPr>
              <a:t>., or P.Eng.) if desired.</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Networking &amp; Conferences: Encourage students to attend CWRA, AGU, or Canadian Geophysical Union annual meetings.</a:t>
            </a:r>
          </a:p>
          <a:p>
            <a:pPr marL="171450" indent="-171450" algn="l">
              <a:buFont typeface="Arial" panose="020B0604020202020204" pitchFamily="34" charset="0"/>
              <a:buChar char="•"/>
            </a:pPr>
            <a:r>
              <a:rPr lang="en-CA" sz="1200" b="0" i="0" dirty="0">
                <a:solidFill>
                  <a:srgbClr val="000000"/>
                </a:solidFill>
                <a:effectLst/>
                <a:latin typeface="Times New Roman" panose="02020603050405020304" pitchFamily="18" charset="0"/>
              </a:rPr>
              <a:t>Community Science: Partner with Okanagan stewardship councils for applied projects in mapping, water quality, and invasive species monitoring.</a:t>
            </a:r>
          </a:p>
        </p:txBody>
      </p:sp>
    </p:spTree>
    <p:extLst>
      <p:ext uri="{BB962C8B-B14F-4D97-AF65-F5344CB8AC3E}">
        <p14:creationId xmlns:p14="http://schemas.microsoft.com/office/powerpoint/2010/main" val="131363482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21444</TotalTime>
  <Words>1841</Words>
  <Application>Microsoft Office PowerPoint</Application>
  <PresentationFormat>Custom</PresentationFormat>
  <Paragraphs>215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UBC Okanagan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cnichol</dc:creator>
  <cp:lastModifiedBy>Nelson Jatel</cp:lastModifiedBy>
  <cp:revision>122</cp:revision>
  <cp:lastPrinted>2025-09-09T23:55:56Z</cp:lastPrinted>
  <dcterms:created xsi:type="dcterms:W3CDTF">2017-02-04T00:40:08Z</dcterms:created>
  <dcterms:modified xsi:type="dcterms:W3CDTF">2025-11-21T00:39:44Z</dcterms:modified>
</cp:coreProperties>
</file>